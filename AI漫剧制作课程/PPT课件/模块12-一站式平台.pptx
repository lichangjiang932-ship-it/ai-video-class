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全链路自动化，分钟级出片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操作简单，零基础可用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适合快速原型和批量生产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角色一致性和画质中等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单集成本低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角色一致性95%+，100集不崩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数字人技术，真人级表情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适合品质级和长篇连载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需要一定创作基础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单集成本较高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平台选型决策核心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模块12：一站式平台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