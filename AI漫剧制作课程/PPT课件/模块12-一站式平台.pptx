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0A5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93C5F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05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86B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79A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6CA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5F9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528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458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模块12：一站式AI漫剧平台精讲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掌握6大主流一站式平台的核心功能与选型策略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93C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360纳米——全链路自动化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有戏AI——高角色一致性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商汤Seko 2.0——长篇连载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漫剧工场——创作与分发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橙星梦工厂——AI辅助创作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漫剧助手——IP驱动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白日梦AI——短视频专精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平台选型决策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6大平台核心能力对比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角色一致性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自定义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适合人群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360纳米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零基础/快速生产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有戏AI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品质优先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商汤Seko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长篇连载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漫剧工场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多平台分发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橙星梦工厂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创意型创作者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漫剧助手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IP驱动型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360纳米——工业级全链路自动化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国内首个工业级AI漫剧智能体平台，由360集团推出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全链路自动化：剧本→AI分镜→AI生图→AI视频→AI配音→成片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核心优势：操作简单零基础可用，效率极高，成本低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局限：自定义程度有限，画质中等，角色一致性一般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适用场景：快速原型验证、批量生产短剧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支持9:16竖屏短剧，内置分发渠道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效率型平台 vs 品质型平台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效率型（360纳米/白日梦AI）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全链路自动化，分钟级出片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操作简单，零基础可用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适合快速原型和批量生产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角色一致性和画质中等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单集成本低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67A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6EA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75B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7DB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84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8B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品质型（有戏AI/Seko 2.0）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67A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6EA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75B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7DB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84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8B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角色一致性95%+，100集不崩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数字人技术，真人级表情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适合品质级和长篇连载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需要一定创作基础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单集成本较高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推荐平台组合方案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入门组合：360纳米（快速出片）+ 剪映（后期微调）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进阶组合：有戏AI（角色一致性）+ 可灵AI（特效镜头）+ 剪映（后期）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专业组合：商汤Seko（长篇连载）+ Seedance 2.0 + 可灵AI + 剪映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IP组合：漫剧助手（IP改编）+ 有戏AI（品质保障）+ 漫剧工场（分发）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核心思路：一站式平台做基础，专业工具做精细调整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有戏AI &amp; 商汤Seko 2.0 核心特色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有戏AI：角色相似度95%+，数字人技术，真人级面部表情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有戏AI适合品质级漫剧、品牌定制、长篇连载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商汤Seko 2.0：创编一体，100集不崩角色，内置叙事引擎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Seko 2.0：团队协作支持，版本管理，角色资产库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两者共同点：角色一致性极强，品质优先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选择建议：单集品质选有戏AI，长篇连载选Seko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分发平台与IP资源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漫剧工场：内置抖音/快手/B站/视频号/红果多平台分发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漫剧工场：数据分析（播放量/完播率/互动率），版权保护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漫剧助手（阅文集团）：海量网文IP，AI自动改编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漫剧助手：IP授权管理，忠实改编/创新改编/浓缩改编策略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橙星梦工厂："漫剧领域Cursor"，AI辅助+创作者控制权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白日梦AI：文生视频专精，零基础，适合1-3分钟短视频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0A5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先明确需求，再选平台；不确定就用360纳米试水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快速出片选360纳米/白日梦AI；品质优先选有戏AI/Seko；长篇连载选Seko；创意控制选橙星梦工厂；IP驱动选漫剧助手；多平台分发选漫剧工场。一站式平台与专业工具可以混用，取长补短。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注册360纳米和有戏AI账号，熟悉界面和核心功能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用同一剧本在360纳米和有戏AI分别生成，对比效果差异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在商汤Seko 2.0中创建系列项目，建立角色资产库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尝试平台+剪映的组合工作流，完成一集漫剧制作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撰写一份平台选型报告，说明你的选择理由和适用场景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下一模块：ComfyUI工作流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