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0" b="0">
                <a:solidFill>
                  <a:srgbClr val="F0F0F5"/>
                </a:solidFill>
                <a:latin typeface="Microsoft YaHei"/>
              </a:defRPr>
            </a:pPr>
            <a:r>
              <a:t>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0" y="1371600"/>
            <a:ext cx="5760720" cy="411480"/>
          </a:xfrm>
          <a:prstGeom prst="round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0" y="1371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3774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0F0F5"/>
                </a:solidFill>
                <a:latin typeface="Microsoft YaHei"/>
              </a:defRPr>
            </a:pPr>
            <a:r>
              <a:t>AI漫剧制作全流程课程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0" y="4114800"/>
            <a:ext cx="22860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448056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124课时 · 17个模块 · 从零基础到独立制作完整AI漫剧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0" y="5577840"/>
            <a:ext cx="5760720" cy="5486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F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90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F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F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126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FFF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0F5"/>
                </a:solidFill>
                <a:latin typeface="Microsoft YaHei"/>
              </a:defRPr>
            </a:pPr>
            <a:r>
              <a:t>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行业认知与趋势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大语言模型与剧本创作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分镜设计与提示词工程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即梦AI深度精通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其他图像生成工具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251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可灵AI深度精通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846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Seedance 2.0深度精通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440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440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海螺AI与Vidu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配音配乐与音画同步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剪辑与后期全流程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一站式平台精讲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ComfyUI工作流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657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工业化生产与团队协作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251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251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平台分发与商业变现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4846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合规要求与行业规范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440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5440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综合实战项目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模块00 · 课程导论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课程目标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掌握AI漫剧从剧本到成片的完整制作流程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精通即梦AI、可灵AI、Seedance 2.0等核心工具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能独立制作一集完整的AI漫剧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了解平台分发与商业变现的路径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建立工业化生产思维，实现高效量产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模块00 · 课程导论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行业数据一览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00B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2026年数据</a:t>
                      </a:r>
                    </a:p>
                  </a:txBody>
                  <a:tcPr anchor="ctr">
                    <a:solidFill>
                      <a:srgbClr val="00B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市场规模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240亿元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用户规模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2.8亿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日均播放量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15亿次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创作者数量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120万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制作成本降幅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-50%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模块00 · 课程导论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学习路径选择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FFF"/>
                </a:solidFill>
                <a:latin typeface="Microsoft YaHei"/>
              </a:defRPr>
            </a:pPr>
            <a:r>
              <a:t>🅰️ 零基础速成（8周）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3716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快速上手出作品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重点模块：1,2,3,4,6,10,11,12,17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适合：想快速入行变现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0F0"/>
                </a:solidFill>
                <a:latin typeface="Microsoft YaHei"/>
              </a:defRPr>
            </a:pPr>
            <a:r>
              <a:t>🅱️ 专业进阶（16周）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83080"/>
            <a:ext cx="13716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全面掌握全链路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全部17个模块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适合：追求专业深度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模块00 · 课程导论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课程学习路线图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1：行业认知 → 理解AI漫剧是什么、市场多大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57984"/>
            <a:ext cx="45720" cy="50292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8483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2：创作技能 → 剧本、分镜、提示词工程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62656"/>
            <a:ext cx="45720" cy="50292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89504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89504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3：工具精通 → 即梦AI、可灵AI、Seedance等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767328"/>
            <a:ext cx="45720" cy="50292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94176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94176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4：后期制作 → 音频、剪辑、调色、成片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45720" cy="50292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498848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4988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5：商业运营 → 平台分发、变现、合规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376672"/>
            <a:ext cx="45720" cy="50292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0352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303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6：综合实战 → 从0到1独立完成一集AI漫剧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模块00 · 课程导论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AI漫剧的核心竞争力 = 创意 × 工具熟练度 × 量产能力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840480"/>
            <a:ext cx="210312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工具会更新迭代，但创意能力和工业化思维是持久的竞争力。本课程不仅教工具操作，更注重培养你的创作思维和生产效率。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模块00 · 课程导论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00BF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17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下一模块：行业认知与趋势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6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