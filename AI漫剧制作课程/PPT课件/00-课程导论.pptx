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62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1371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0">
                <a:solidFill>
                  <a:srgbClr val="F0F0F5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AI漫剧制作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AI漫剧制作全流程课程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124课时 · 17个模块 · 从零基础到独立制作完整AI漫剧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行业认知与趋势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大语言模型与剧本创作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分镜设计与提示词工程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即梦AI深度精通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其他图像生成工具</a:t>
            </a:r>
          </a:p>
        </p:txBody>
      </p:sp>
      <p:sp>
        <p:nvSpPr>
          <p:cNvPr id="56" name="Oval 55"/>
          <p:cNvSpPr/>
          <p:nvPr/>
        </p:nvSpPr>
        <p:spPr>
          <a:xfrm>
            <a:off x="731520" y="423164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4220" y="423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可灵AI深度精通</a:t>
            </a:r>
          </a:p>
        </p:txBody>
      </p:sp>
      <p:sp>
        <p:nvSpPr>
          <p:cNvPr id="59" name="Oval 58"/>
          <p:cNvSpPr/>
          <p:nvPr/>
        </p:nvSpPr>
        <p:spPr>
          <a:xfrm>
            <a:off x="731520" y="479856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4220" y="4798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47731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2.0深度精通</a:t>
            </a:r>
          </a:p>
        </p:txBody>
      </p:sp>
      <p:sp>
        <p:nvSpPr>
          <p:cNvPr id="62" name="Oval 61"/>
          <p:cNvSpPr/>
          <p:nvPr/>
        </p:nvSpPr>
        <p:spPr>
          <a:xfrm>
            <a:off x="731520" y="536549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4220" y="5365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海螺AI与Vidu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配音配乐与音画同步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剪辑与后期全流程</a:t>
            </a:r>
          </a:p>
        </p:txBody>
      </p:sp>
      <p:sp>
        <p:nvSpPr>
          <p:cNvPr id="71" name="Oval 70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一站式平台精讲</a:t>
            </a:r>
          </a:p>
        </p:txBody>
      </p:sp>
      <p:sp>
        <p:nvSpPr>
          <p:cNvPr id="74" name="Oval 73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ComfyUI工作流</a:t>
            </a:r>
          </a:p>
        </p:txBody>
      </p:sp>
      <p:sp>
        <p:nvSpPr>
          <p:cNvPr id="77" name="Oval 76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工业化生产与团队协作</a:t>
            </a:r>
          </a:p>
        </p:txBody>
      </p:sp>
      <p:sp>
        <p:nvSpPr>
          <p:cNvPr id="80" name="Oval 79"/>
          <p:cNvSpPr/>
          <p:nvPr/>
        </p:nvSpPr>
        <p:spPr>
          <a:xfrm>
            <a:off x="6400800" y="423164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3500" y="423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平台分发与商业变现</a:t>
            </a:r>
          </a:p>
        </p:txBody>
      </p:sp>
      <p:sp>
        <p:nvSpPr>
          <p:cNvPr id="83" name="Oval 82"/>
          <p:cNvSpPr/>
          <p:nvPr/>
        </p:nvSpPr>
        <p:spPr>
          <a:xfrm>
            <a:off x="6400800" y="479856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13500" y="4798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47731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合规要求与行业规范</a:t>
            </a:r>
          </a:p>
        </p:txBody>
      </p:sp>
      <p:sp>
        <p:nvSpPr>
          <p:cNvPr id="86" name="Oval 85"/>
          <p:cNvSpPr/>
          <p:nvPr/>
        </p:nvSpPr>
        <p:spPr>
          <a:xfrm>
            <a:off x="6400800" y="536549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13500" y="5365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综合实战项目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课程目标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掌握AI漫剧从剧本到成片的完整制作流程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精通即梦AI、可灵AI、Seedance 2.0等核心工具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能独立制作一集完整的AI漫剧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了解平台分发与商业变现的路径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建立工业化生产思维，实现高效量产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行业数据一览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2026年数据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市场规模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240亿元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用户规模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2.8亿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日均播放量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创作者数量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120万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制作成本降幅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-50%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学习路径选择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A️ 零基础速成（8周）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快速上手出作品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重点模块：1,2,3,4,6,10,11,12,17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适合：想快速入行变现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B️ 专业进阶（16周）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全面掌握全链路</a:t>
            </a:r>
          </a:p>
        </p:txBody>
      </p:sp>
      <p:sp>
        <p:nvSpPr>
          <p:cNvPr id="85" name="Oval 84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全部17个模块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适合：追求专业深度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课程学习路线图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1：行业认知 → 理解AI漫剧是什么、市场多大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2：创作技能 → 剧本、分镜、提示词工程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3：工具精通 → 即梦AI、可灵AI、Seedance等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4：后期制作 → 音频、剪辑、调色、成片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5：商业运营 → 平台分发、变现、合规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6：综合实战 → 从0到1独立完成一集AI漫剧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AI漫剧的核心竞争力 = 创意 × 工具熟练度 × 量产能力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工具会更新迭代，但创意能力和工业化思维是持久的竞争力。本课程不仅教工具操作，更注重培养你的创作思维和生产效率。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下一模块：行业认知与趋势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