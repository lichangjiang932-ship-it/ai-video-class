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6C5C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00D4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362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13716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0" b="0">
                <a:solidFill>
                  <a:srgbClr val="F0F0F5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AI漫剧制作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00D4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56" name="Oval 55"/>
          <p:cNvSpPr/>
          <p:nvPr/>
        </p:nvSpPr>
        <p:spPr>
          <a:xfrm>
            <a:off x="731520" y="423164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4220" y="423164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59" name="Oval 58"/>
          <p:cNvSpPr/>
          <p:nvPr/>
        </p:nvSpPr>
        <p:spPr>
          <a:xfrm>
            <a:off x="731520" y="479856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4220" y="4798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62" name="Oval 61"/>
          <p:cNvSpPr/>
          <p:nvPr/>
        </p:nvSpPr>
        <p:spPr>
          <a:xfrm>
            <a:off x="731520" y="536549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4220" y="536549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71" name="Oval 70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74" name="Oval 73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ComfyUI工作流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工业化生产与团队协作</a:t>
            </a:r>
          </a:p>
        </p:txBody>
      </p:sp>
      <p:sp>
        <p:nvSpPr>
          <p:cNvPr id="80" name="Oval 79"/>
          <p:cNvSpPr/>
          <p:nvPr/>
        </p:nvSpPr>
        <p:spPr>
          <a:xfrm>
            <a:off x="6400800" y="423164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13500" y="423164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656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平台分发与商业变现</a:t>
            </a:r>
          </a:p>
        </p:txBody>
      </p:sp>
      <p:sp>
        <p:nvSpPr>
          <p:cNvPr id="83" name="Oval 82"/>
          <p:cNvSpPr/>
          <p:nvPr/>
        </p:nvSpPr>
        <p:spPr>
          <a:xfrm>
            <a:off x="6400800" y="479856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3500" y="4798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合规要求与行业规范</a:t>
            </a:r>
          </a:p>
        </p:txBody>
      </p:sp>
      <p:sp>
        <p:nvSpPr>
          <p:cNvPr id="86" name="Oval 85"/>
          <p:cNvSpPr/>
          <p:nvPr/>
        </p:nvSpPr>
        <p:spPr>
          <a:xfrm>
            <a:off x="6400800" y="536549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3500" y="536549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6656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综合实战项目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7A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5C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D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3D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2E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1E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0F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FF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5C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D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3D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2E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1E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0F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85" name="Oval 84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6C5C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87A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