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0" b="0">
                <a:solidFill>
                  <a:srgbClr val="FFFFFF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8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244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角色一致性攻克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7492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5800" y="53035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303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257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51960" y="507492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389120" y="53035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0" y="5303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80" y="5257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0" y="507492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92440" y="53035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92440" y="5303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5257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核心竞争力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4FF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