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37160" cy="68580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66360" y="0"/>
            <a:ext cx="73152" cy="68580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239512" y="0"/>
            <a:ext cx="36576" cy="6858000"/>
          </a:xfrm>
          <a:prstGeom prst="rect">
            <a:avLst/>
          </a:prstGeom>
          <a:solidFill>
            <a:srgbClr val="33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32600"/>
            <a:ext cx="5276088" cy="254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EE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300" y="9525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3F0B17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1440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0" b="1">
                <a:solidFill>
                  <a:srgbClr val="FF2E5E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57600"/>
            <a:ext cx="1463040" cy="292608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6576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89AA8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69080"/>
            <a:ext cx="402337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" y="4069080"/>
            <a:ext cx="402336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4069080"/>
            <a:ext cx="402336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55648" y="4069080"/>
            <a:ext cx="402336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57984" y="4069080"/>
            <a:ext cx="402336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0" y="1280160"/>
            <a:ext cx="5760720" cy="438912"/>
          </a:xfrm>
          <a:prstGeom prst="round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280160"/>
            <a:ext cx="5760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EEEF4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EEEEF4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4023360"/>
            <a:ext cx="548641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4023360"/>
            <a:ext cx="548640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66560" y="4023360"/>
            <a:ext cx="548640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023360"/>
            <a:ext cx="548640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4023360"/>
            <a:ext cx="548640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438912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5486400"/>
            <a:ext cx="5760720" cy="59436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4662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6980" y="5486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2E5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0" y="0"/>
            <a:ext cx="76169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70080" y="0"/>
            <a:ext cx="38100" cy="6400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385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0545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2E5E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28016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8016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" y="342900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80" y="342900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01000" y="3429000"/>
            <a:ext cx="3383280" cy="1828800"/>
          </a:xfrm>
          <a:prstGeom prst="round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1000" y="3429000"/>
            <a:ext cx="3383280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8388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2E5E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EEEF4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8388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55768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0" y="1097280"/>
            <a:ext cx="96926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26864" y="1097280"/>
            <a:ext cx="969264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596128" y="1097280"/>
            <a:ext cx="969264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65392" y="1097280"/>
            <a:ext cx="969264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34656" y="1097280"/>
            <a:ext cx="969264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2103120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46811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49424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54096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858768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89AA8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EEEF4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2E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2141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89AA8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A1C28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99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4C0D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447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22199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99923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77647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55371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5330952"/>
            <a:ext cx="36576" cy="41148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EEEF4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400"/>
            <a:ext cx="12191695" cy="25400"/>
          </a:xfrm>
          <a:prstGeom prst="rect">
            <a:avLst/>
          </a:prstGeom>
          <a:solidFill>
            <a:srgbClr val="007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800"/>
            <a:ext cx="12191695" cy="12700"/>
          </a:xfrm>
          <a:prstGeom prst="rect">
            <a:avLst/>
          </a:prstGeom>
          <a:solidFill>
            <a:srgbClr val="003D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500"/>
            <a:ext cx="12191695" cy="960120"/>
          </a:xfrm>
          <a:prstGeom prst="rect">
            <a:avLst/>
          </a:prstGeom>
          <a:solidFill>
            <a:srgbClr val="1214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500"/>
            <a:ext cx="73152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EEEF4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2141E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89AA8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2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555768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9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0" y="1371600"/>
            <a:ext cx="603505" cy="381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175504" y="1371600"/>
            <a:ext cx="603504" cy="38100"/>
          </a:xfrm>
          <a:prstGeom prst="rect">
            <a:avLst/>
          </a:prstGeom>
          <a:solidFill>
            <a:srgbClr val="D82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79008" y="1371600"/>
            <a:ext cx="603504" cy="38100"/>
          </a:xfrm>
          <a:prstGeom prst="rect">
            <a:avLst/>
          </a:prstGeom>
          <a:solidFill>
            <a:srgbClr val="B220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82512" y="1371600"/>
            <a:ext cx="603504" cy="38100"/>
          </a:xfrm>
          <a:prstGeom prst="rect">
            <a:avLst/>
          </a:prstGeom>
          <a:solidFill>
            <a:srgbClr val="8C1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86016" y="1371600"/>
            <a:ext cx="603504" cy="38100"/>
          </a:xfrm>
          <a:prstGeom prst="rect">
            <a:avLst/>
          </a:prstGeom>
          <a:solidFill>
            <a:srgbClr val="6612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2E5E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EEEEF4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4023360"/>
            <a:ext cx="2103120" cy="25400"/>
          </a:xfrm>
          <a:prstGeom prst="rect">
            <a:avLst/>
          </a:prstGeom>
          <a:solidFill>
            <a:srgbClr val="FF2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89AA8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55768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