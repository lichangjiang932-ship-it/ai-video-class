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43F5E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🎯 六大一致性方案速览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71600"/>
            <a:ext cx="338328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C8F0"/>
                </a:solidFill>
                <a:latin typeface="Microsoft YaHei"/>
              </a:defRPr>
            </a:pPr>
            <a:r>
              <a:t>🖼️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38328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B5CF6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37160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38328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07A35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61188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61188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0B981"/>
                </a:solidFill>
                <a:latin typeface="Microsoft YaHei"/>
              </a:defRPr>
            </a:pPr>
            <a:r>
              <a:t>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61188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611880"/>
            <a:ext cx="33832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59E0B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361188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01000" y="3611880"/>
            <a:ext cx="338328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8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43F5E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为什么角色一致性是最难的问题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43F5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