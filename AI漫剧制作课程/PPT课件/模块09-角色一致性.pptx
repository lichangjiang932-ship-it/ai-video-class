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6C9C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模块九：角色一致性攻克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6课时 · 跨镜头角色形象统一核心技术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306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306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306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3060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角色一致性技术全景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ComfyUI IP-Adapter FaceID工作流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LoRA微调训练实战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ADetailer面部偏移自动修复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实战：建立完整角色资产体系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🎯 六大一致性方案速览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280160"/>
            <a:ext cx="3383280" cy="1828800"/>
          </a:xfrm>
          <a:prstGeom prst="round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3060"/>
                </a:solidFill>
                <a:latin typeface="Microsoft YaHei"/>
              </a:defRPr>
            </a:pPr>
            <a:r>
              <a:t>🖼️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角色参考图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输入参考图约束生成，即梦AI/通义万相，难度★★☆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383280" cy="1828800"/>
          </a:xfrm>
          <a:prstGeom prst="round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417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3060"/>
                </a:solidFill>
                <a:latin typeface="Microsoft YaHei"/>
              </a:defRPr>
            </a:pPr>
            <a:r>
              <a:t>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920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角色档案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3317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多角度参考图集，Seedance 2.0，难度★★☆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280160"/>
            <a:ext cx="3383280" cy="1828800"/>
          </a:xfrm>
          <a:prstGeom prst="round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417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3060"/>
                </a:solidFill>
                <a:latin typeface="Microsoft YaHei"/>
              </a:defRPr>
            </a:pPr>
            <a:r>
              <a:t>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1920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IP-Adapter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3317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特征向量注入，ComfyUI，难度★★★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429000"/>
            <a:ext cx="3383280" cy="1828800"/>
          </a:xfrm>
          <a:prstGeom prst="round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566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3060"/>
                </a:solidFill>
                <a:latin typeface="Microsoft YaHei"/>
              </a:defRPr>
            </a:pPr>
            <a:r>
              <a:t>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0690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LoRA微调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4805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训练专属模型，SD WebUI，难度★★★★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429000"/>
            <a:ext cx="3383280" cy="1828800"/>
          </a:xfrm>
          <a:prstGeom prst="round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566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3060"/>
                </a:solidFill>
                <a:latin typeface="Microsoft YaHei"/>
              </a:defRPr>
            </a:pPr>
            <a:r>
              <a:t>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0690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ADetailer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4805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面部偏移自动修复，ComfyUI，难度★★☆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429000"/>
            <a:ext cx="3383280" cy="1828800"/>
          </a:xfrm>
          <a:prstGeom prst="round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80" y="3566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3060"/>
                </a:solidFill>
                <a:latin typeface="Microsoft YaHei"/>
              </a:defRPr>
            </a:pPr>
            <a:r>
              <a:t>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40690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资产库管理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80" y="44805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工业化标准数据集，全工具通用，难度★★☆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AI模型每次生成都是从随机噪声开始，没有"记忆"能力，无法天然保证同一角色在不同镜头中长得一样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不一致的具体表现：面部特征变化（最严重）、发型发色变化、服装颜色/款式变化、体型变化、配饰/武器变化、整体画风漂移。角色一致性的商业价值：品牌识别、粉丝粘性、IP价值、专业感。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角色一致性解决方案对比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 anchor="ctr">
                    <a:solidFill>
                      <a:srgbClr val="FF3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技术原理</a:t>
                      </a:r>
                    </a:p>
                  </a:txBody>
                  <a:tcPr anchor="ctr">
                    <a:solidFill>
                      <a:srgbClr val="FF3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适用工具</a:t>
                      </a:r>
                    </a:p>
                  </a:txBody>
                  <a:tcPr anchor="ctr">
                    <a:solidFill>
                      <a:srgbClr val="FF3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 anchor="ctr">
                    <a:solidFill>
                      <a:srgbClr val="FF3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一致性</a:t>
                      </a:r>
                    </a:p>
                  </a:txBody>
                  <a:tcPr anchor="ctr">
                    <a:solidFill>
                      <a:srgbClr val="FF30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角色参考图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输入参考图约束生成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即梦AI/通义万相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角色档案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多角度参考图集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IP-Adapter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图像特征注入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LoRA微调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训练角色专属模型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★★★★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最高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ADetailer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面部检测+重渲染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组合方案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IP-Adapter+LoRA+ADetailer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最完美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ComfyUI IP-Adapter FaceID 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原理：通过IP-Adapter模型注入面部特征，ControlNet固定姿态，ADetailer修复面部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核心参数：IP-Adapter权重0.7-0.85（推荐0.75）、ControlNet强度0.5-0.7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工作流连接：Checkpoint→IPAdapter FaceID→ControlNet→KSampler→ADetailer→Save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权重过高（0.95+）会过拟合，几乎复制参考图失去多样性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ADetailer参数：检测阈值0.3、重渲染强度0.4-0.6、使用与主模型相同的重渲染模型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LoRA微调训练要点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原理：在基础模型上添加小的"适配层"，只学习"这个角色长什么样"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训练数据：30-50张角色图片，覆盖正面/侧面/3/4角度/全身/特写，统一1024×1024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关键参数：network_dim 32-64、learning_rate 1e-4~5e-5、max_epochs 8-15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训练时间：40张图/10 epoch约2-4小时（RTX 3080）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使用时LoRA强度建议0.6-0.8，过高可能过拟合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过拟合判断：生成图与训练图完全一样、缺乏多样性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标准化目录：角色A/参考图 + LoRA + 提示词 + 设定文档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图片规范：1024×1024 PNG、纯色背景、统一柔光、覆盖全部角度和表情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版本命名：角色名_v1.0_日期.safetensors，记录每次变化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提示词模板：base_prompt.txt（基础）+ scene_prompts.txt（场景）+ action_prompts.txt（动作）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跨项目复用：打包角色文件夹，复制到新项目后调整提示词适配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一致性验收评分标准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 anchor="ctr">
                    <a:solidFill>
                      <a:srgbClr val="FF3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通过场景数</a:t>
                      </a:r>
                    </a:p>
                  </a:txBody>
                  <a:tcPr anchor="ctr">
                    <a:solidFill>
                      <a:srgbClr val="FF3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30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角色高度一致，可直接用于正式项目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良好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8-9/10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角色基本一致，少量场景需微调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合格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6-7/10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需要优化训练数据或参数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不合格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&lt;6/10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需要重新训练或更换方案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完整角色资产体系建设流程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确定角色设定（外貌/服装/性格），编写角色设定文档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7984"/>
            <a:ext cx="45720" cy="50292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8483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用即梦AI生成初始参考图20-30张（正面×10、侧面×5、3/4×5、全身×5、特写×5）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62656"/>
            <a:ext cx="45720" cy="50292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筛选最佳图片保留15-20张，检查角色一致性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7328"/>
            <a:ext cx="45720" cy="50292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94176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941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用ComfyUI IP-Adapter测试10个不同场景的一致性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45720" cy="50292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8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988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如效果不佳，准备30-50张训练集训练LoRA模型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76672"/>
            <a:ext cx="45720" cy="50292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建立角色资产文件夹结构，编写提示词模板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用AI工具生成同一角色的5张图片，观察并记录不一致的具体表现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搭建ComfyUI IP-Adapter FaceID工作流，测试不同权重值（0.6/0.75/0.85）的效果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为角色准备40张训练图片并编写标注，执行LoRA微调训练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使用ADetailer对有面部问题的图片进行自动修复，测试不同重渲染强度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建立标准化角色资产库目录，整理所有角色参考图、LoRA模型和提示词模板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2395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完成2个主要角色的完整资产建设，通过一致性验收测试（≥8/10场景通过）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306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下一模块：配音配乐与音画同步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