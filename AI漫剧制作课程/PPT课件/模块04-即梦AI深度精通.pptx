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6D2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095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09560" y="384048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046720" y="404164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679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4360" y="507492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94360" y="507492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1520" y="527608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276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2728" y="523951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📊 📊 即梦AI核心数据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62890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876300" cy="63500"/>
          </a:xfrm>
          <a:prstGeom prst="rect">
            <a:avLst/>
          </a:prstGeom>
          <a:solidFill>
            <a:srgbClr val="28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5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14700" y="1371600"/>
            <a:ext cx="2628900" cy="6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14700" y="1371600"/>
            <a:ext cx="876300" cy="63500"/>
          </a:xfrm>
          <a:prstGeom prst="rect">
            <a:avLst/>
          </a:prstGeom>
          <a:solidFill>
            <a:srgbClr val="D0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06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A855F7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6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89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6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1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371600"/>
            <a:ext cx="262890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1371600"/>
            <a:ext cx="876300" cy="63500"/>
          </a:xfrm>
          <a:prstGeom prst="rect">
            <a:avLst/>
          </a:prstGeom>
          <a:solidFill>
            <a:srgbClr val="FF9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6D2E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029700" y="1371600"/>
            <a:ext cx="262890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29700" y="1371600"/>
            <a:ext cx="876300" cy="63500"/>
          </a:xfrm>
          <a:prstGeom prst="rect">
            <a:avLst/>
          </a:prstGeom>
          <a:solidFill>
            <a:srgbClr val="28FF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21140" y="1828800"/>
            <a:ext cx="24460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0E696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1140" y="292608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C6E8A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04020" y="3383280"/>
            <a:ext cx="2080260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21140" y="365760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6860" y="4206240"/>
            <a:ext cx="23545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为什么漫剧制作选即梦AI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0611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9482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948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0033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971620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971620"/>
            <a:ext cx="73152" cy="6061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10094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10094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09179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63081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63081"/>
            <a:ext cx="73152" cy="606116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2792403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792403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832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354541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354541"/>
            <a:ext cx="73152" cy="606116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46002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046002"/>
            <a:ext cx="73152" cy="60611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175324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17532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166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37462"/>
            <a:ext cx="11247120" cy="606116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737462"/>
            <a:ext cx="73152" cy="606116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4866785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4866785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857641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3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