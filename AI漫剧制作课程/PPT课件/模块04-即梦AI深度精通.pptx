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07A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19288" y="404164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192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5276088"/>
            <a:ext cx="411480" cy="41148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📊 📊 即梦AI核心数据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8F0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1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B5CF6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1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80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1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07A35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6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6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5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66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为什么漫剧制作选即梦AI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" y="5157216"/>
            <a:ext cx="1905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54864" cy="65836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422392"/>
            <a:ext cx="365760" cy="36576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4223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1405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405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39119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974668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974668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10856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10856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08570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669177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69177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03071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03071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780211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63685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363685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058194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058194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19208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1920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1692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2702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52702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4886597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886597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4863737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447211"/>
            <a:ext cx="11247120" cy="58782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7211"/>
            <a:ext cx="54864" cy="58782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5800" y="5581105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581105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555824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⑦ 质量修饰：超高质量、8K分辨率、精致细节、电影感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07A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