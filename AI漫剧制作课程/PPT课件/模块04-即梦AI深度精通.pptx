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1706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5C1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1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393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C1A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📊  📊 即梦AI核心数据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508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508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508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508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508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5C1A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4700" y="1371600"/>
            <a:ext cx="525781" cy="508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0" y="1371600"/>
            <a:ext cx="525780" cy="508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6260" y="1371600"/>
            <a:ext cx="525780" cy="508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2040" y="1371600"/>
            <a:ext cx="525780" cy="508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7820" y="1371600"/>
            <a:ext cx="525780" cy="508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5C1A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1371600"/>
            <a:ext cx="525781" cy="508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97980" y="1371600"/>
            <a:ext cx="525780" cy="508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23760" y="1371600"/>
            <a:ext cx="525780" cy="508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49540" y="1371600"/>
            <a:ext cx="525780" cy="508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371600"/>
            <a:ext cx="525780" cy="508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5C1A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700" y="1371600"/>
            <a:ext cx="525781" cy="508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555480" y="1371600"/>
            <a:ext cx="525780" cy="508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81260" y="1371600"/>
            <a:ext cx="525780" cy="508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07040" y="1371600"/>
            <a:ext cx="525780" cy="508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32820" y="1371600"/>
            <a:ext cx="525780" cy="508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5C1A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5C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3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1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4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4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3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2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5C1A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