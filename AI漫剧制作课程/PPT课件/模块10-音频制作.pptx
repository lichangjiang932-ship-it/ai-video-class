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754880" cy="254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400" cy="685800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3657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F0F4F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0F4FC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931920"/>
            <a:ext cx="1371600" cy="19050"/>
          </a:xfrm>
          <a:prstGeom prst="rect">
            <a:avLst/>
          </a:prstGeom>
          <a:solidFill>
            <a:srgbClr val="F0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371600"/>
            <a:ext cx="5943600" cy="4114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1371600"/>
            <a:ext cx="5577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0F4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237744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4FC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023360"/>
            <a:ext cx="22860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43891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5486400"/>
            <a:ext cx="5943600" cy="59436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553212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040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616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19288" y="157276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040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616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9288" y="2807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9288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04088" y="404164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44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61F35"/>
          </a:solidFill>
          <a:ln w="12700">
            <a:solidFill>
              <a:srgbClr val="253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61688" y="404164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61688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AEC4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📊 🎤 AI音频工具核心参数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2628900" cy="3810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C8F0"/>
                </a:solidFill>
                <a:latin typeface="Microsoft YaHei"/>
              </a:defRPr>
            </a:pPr>
            <a:r>
              <a:t>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音色克隆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剪映AI克隆音色，极短样本训练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14700" y="1371600"/>
            <a:ext cx="262890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1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8B5CF6"/>
                </a:solidFill>
                <a:latin typeface="Microsoft YaHei"/>
              </a:defRPr>
            </a:pPr>
            <a:r>
              <a:t>50+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51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80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51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情感维度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75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Fish Audio表情标签精准控制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371600"/>
            <a:ext cx="2628900" cy="38100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07A35"/>
                </a:solidFill>
                <a:latin typeface="Microsoft YaHei"/>
              </a:defRPr>
            </a:pPr>
            <a:r>
              <a:t>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口型对齐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SkyReels-V4毫秒级同步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29700" y="1371600"/>
            <a:ext cx="26289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6860" y="1920240"/>
            <a:ext cx="23545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10B981"/>
                </a:solidFill>
                <a:latin typeface="Microsoft YaHei"/>
              </a:defRPr>
            </a:pPr>
            <a:r>
              <a:t>100+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6860" y="2926080"/>
            <a:ext cx="23545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07090"/>
                </a:solidFill>
                <a:latin typeface="Microsoft YaHei"/>
              </a:defRPr>
            </a:pPr>
            <a:r>
              <a:t>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395460" y="3383280"/>
            <a:ext cx="1897380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66860" y="3657600"/>
            <a:ext cx="23545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0F4FC"/>
                </a:solidFill>
                <a:latin typeface="Microsoft YaHei"/>
              </a:defRPr>
            </a:pPr>
            <a:r>
              <a:t>音乐风格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580" y="4206240"/>
            <a:ext cx="22631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MiniMax Music-2.0多风格生成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34924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103120"/>
            <a:ext cx="109728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43230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中文适配最好，发音准确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3522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SSML精细控制语速/语调/停顿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4381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支持批量文本转语音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94106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适合：中文漫剧批量配音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371600"/>
            <a:ext cx="5349240" cy="381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103120"/>
            <a:ext cx="1097280" cy="25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60" y="243230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0" y="23774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表情标签精准控制情感</a:t>
            </a:r>
          </a:p>
        </p:txBody>
      </p:sp>
      <p:sp>
        <p:nvSpPr>
          <p:cNvPr id="25" name="Oval 24"/>
          <p:cNvSpPr/>
          <p:nvPr/>
        </p:nvSpPr>
        <p:spPr>
          <a:xfrm>
            <a:off x="6537960" y="293522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0" y="28803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[开心][愤怒][悲伤] 标签嵌套</a:t>
            </a:r>
          </a:p>
        </p:txBody>
      </p:sp>
      <p:sp>
        <p:nvSpPr>
          <p:cNvPr id="27" name="Oval 26"/>
          <p:cNvSpPr/>
          <p:nvPr/>
        </p:nvSpPr>
        <p:spPr>
          <a:xfrm>
            <a:off x="6537960" y="343814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33832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30秒音频即可克隆音色</a:t>
            </a:r>
          </a:p>
        </p:txBody>
      </p:sp>
      <p:sp>
        <p:nvSpPr>
          <p:cNvPr id="29" name="Oval 28"/>
          <p:cNvSpPr/>
          <p:nvPr/>
        </p:nvSpPr>
        <p:spPr>
          <a:xfrm>
            <a:off x="6537960" y="3941064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8862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适合：情感丰富的角色配音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0F4FC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 anchor="ctr">
                    <a:solidFill>
                      <a:srgbClr val="10B98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 anchor="ctr">
                    <a:solidFill>
                      <a:srgbClr val="1C28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0AEC4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 anchor="ctr">
                    <a:solidFill>
                      <a:srgbClr val="161F3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5836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399032"/>
            <a:ext cx="365760" cy="365760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990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1938528"/>
            <a:ext cx="19050" cy="1463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084832"/>
            <a:ext cx="54864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85800" y="2203704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203704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17627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392" y="2743200"/>
            <a:ext cx="19050" cy="14630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889504"/>
            <a:ext cx="54864" cy="658368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3008376"/>
            <a:ext cx="365760" cy="365760"/>
          </a:xfrm>
          <a:prstGeom prst="ellipse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08376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298094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" y="3547872"/>
            <a:ext cx="19050" cy="146304"/>
          </a:xfrm>
          <a:prstGeom prst="rect">
            <a:avLst/>
          </a:prstGeom>
          <a:solidFill>
            <a:srgbClr val="F07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94176"/>
            <a:ext cx="54864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5800" y="3813048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81304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378561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0392" y="4352544"/>
            <a:ext cx="19050" cy="1463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498848"/>
            <a:ext cx="54864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1772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34440" y="4590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93976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093976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276856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276856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2539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07792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907792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090672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090672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0678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721608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721608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3904488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90448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8816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535424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535424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4718304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718304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6954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💡 音量平衡——音频制作的核心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10698480" cy="50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C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607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46304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6304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4401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743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29743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248031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48031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245745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31470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1470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349758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49758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3197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3197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5800" y="451485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51485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49199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85800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5349240"/>
            <a:ext cx="54864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85800" y="5532120"/>
            <a:ext cx="320040" cy="3200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532120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4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5092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8100"/>
            <a:ext cx="12191695" cy="914400"/>
          </a:xfrm>
          <a:prstGeom prst="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8100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4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426464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231136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035808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840480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61F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4645152"/>
            <a:ext cx="320040" cy="320040"/>
          </a:xfrm>
          <a:prstGeom prst="roundRect">
            <a:avLst/>
          </a:prstGeom>
          <a:noFill/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EC4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53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模块10 · 音频制作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07090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181447" y="1645920"/>
            <a:ext cx="1828800" cy="18288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181447" y="1920240"/>
            <a:ext cx="1828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0F4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0F4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663440"/>
            <a:ext cx="2103120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AEC4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7090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