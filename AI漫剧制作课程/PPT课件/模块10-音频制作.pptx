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模块10：AI音频——配音、配乐与音画同步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8课时 · 掌握AI配音、配乐、音效与音画同步的全套音频制作技能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火山引擎TTS——中文深度适配的AI配音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Fish Audio——表情标签精准情感控制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剪映AI克隆音色——30秒训练专属配音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91839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MiniMax Music-2.0——AI音乐生成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SkyReels-V4——音画同步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AI音效与环境音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拟声字特效制作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0" y="3291839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2918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实战项目——一集完整漫剧音频制作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音频制作工具全景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火山引擎TTS：中文发音准确度行业领先，支持SSML精细控制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Fish Audio：表情标签系统精准控制情感，30秒声音克隆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剪映AI配音：操作简单，内置多种音色，适合快速配音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MiniMax Music-2.0：文生音乐，支持多种风格BGM生成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SkyReels-V4：毫秒级口型对齐，面部表情同步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剪映音效库：丰富的环境音、动作音效、情感音效资源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三大AI配音工具对比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FF"/>
                </a:solidFill>
                <a:latin typeface="Microsoft YaHei"/>
              </a:defRPr>
            </a:pPr>
            <a:r>
              <a:t>火山引擎TTS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中文适配最好，发音准确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SSML精细控制语速/语调/停顿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支持批量文本转语音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适合：中文漫剧批量配音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C3AED"/>
                </a:solidFill>
                <a:latin typeface="Microsoft YaHei"/>
              </a:defRPr>
            </a:pPr>
            <a:r>
              <a:t>Fish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194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表情标签精准控制情感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88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[开心][愤怒][悲伤] 标签嵌套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30秒音频即可克隆音色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77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CD4"/>
                </a:solidFill>
                <a:latin typeface="Microsoft YaHei"/>
              </a:defRPr>
            </a:pPr>
            <a:r>
              <a:t>• 适合：情感丰富的角色配音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角色音色推荐对照表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角色类型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推荐音色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配音工具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情感风格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男主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磁性男声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沉稳有力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女主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温柔女声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火山引擎/Fish Audio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柔美动听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反派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低沉男声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Fish Audio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阴沉冷酷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少年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少年音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火山引擎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清脆活泼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旁白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标准男声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剪映AI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清晰标准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批量配音完整流程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整理剧本对白，按角色分类，标注情感和语气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为每个角色分配音色，建立音色对照表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使用火山引擎/Fish Audio批量生成对白配音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逐句试听检查发音和情感，修正错误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导入剪映时间轴，按镜头编号排列对齐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BGM场景匹配指南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日常对话 → 轻音乐/钢琴，BPM 60-80，温馨轻松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紧张对峙 → 电子/低音弦乐，BPM 90-120，紧张悬疑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打斗场景 → 史诗/管弦乐，BPM 120-160，激昂热血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悲伤场景 → 钢琴/大提琴，BPM 50-70，悲伤沉重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搞笑场景 → 欢快/卡通风，BPM 100-130，轻松搞笑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高潮场景 → 史诗/摇滚，BPM 140-180，震撼史诗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音量平衡——音频制作的核心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对白必须最清晰，BGM不能干扰对白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音量层级：对白配音 0dB（基准）&gt; 动作音效 -6~-12dB &gt; BGM -12~-18dB &gt; 环境音 -18~-24dB。对白处自动降低BGM音量，高潮处提升整体音量，安静处突出环境音。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拟声字特效设计要点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爆炸类："轰""嘭" → 粗体/毛笔字，红/橙色，缩放+震动，0.3秒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打击类："砰""啪" → 粗体，白/黄色，弹出+震动，0.2秒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技能类："斩""破" → 毛笔字，蓝/紫色，划过+拖尾，0.5秒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搞笑类："duang""pia" → 卡通字体，彩色，弹跳+旋转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关键：与音效时间轴精确对齐，提前0.1秒显示补偿反应时间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注册火山引擎账号，测试5种不同音色的配音效果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使用Fish Audio表情标签系统，生成10种不同情感的配音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使用MiniMax Music为5种不同场景生成BGM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为一集漫剧添加完整的音效（20+个）和拟声字特效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完成一集漫剧的完整音频制作，包括配音+BGM+音效+混音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模块10：音频制作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下一模块：剪辑与后期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