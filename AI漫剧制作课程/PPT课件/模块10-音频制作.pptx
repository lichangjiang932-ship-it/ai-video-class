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ABB3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DE04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D5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DE04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BD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AC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9C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8B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7B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6A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3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DE04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DE04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📊  🎤 AI音频工具核心参数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AC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AC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BC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BD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CD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CD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B31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AC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AC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BC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BD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CD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CD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ABB3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9E0B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