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331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CE7E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📊  🎤 AI音频工具核心参数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47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62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0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78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979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237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495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700" y="1371600"/>
            <a:ext cx="525781" cy="508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55480" y="1371600"/>
            <a:ext cx="525780" cy="508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81260" y="1371600"/>
            <a:ext cx="525780" cy="508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07040" y="1371600"/>
            <a:ext cx="525780" cy="508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32820" y="1371600"/>
            <a:ext cx="525780" cy="508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E7E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E7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