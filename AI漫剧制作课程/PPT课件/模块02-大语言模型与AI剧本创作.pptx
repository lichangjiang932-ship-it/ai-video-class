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模块二：大语言模型与AI剧本创作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8课时 · 掌握5大AI模型的剧本创作能力与完整方法论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文心5.0全面解析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DeepSeek深度使用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豆包大模型应用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91839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通义千问创意写作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智谱清言角色设定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AI剧本创作方法论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AI漫剧剧本特殊要求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291839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实战：12集漫剧完整剧本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文心5.0核心能力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参数规模：2.4万亿（2.4T），上下文窗口128K tokens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核心优势：中文创意写作最强、长文本生成、剧情节奏把控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调用方式：百度智能云千帆平台 / 文心一言 / 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适用场景：剧本整体把控、节奏优化、大纲生成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进阶技巧：多轮对话迭代法、角色锚定提示词、批量生成法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DeepSeek两大杀手锏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联网搜索：实时抓取网络热点、趋势数据、竞品信息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长文本推理：处理复杂剧情线、多角色关系、伏笔设计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性价比极高：约GPT-4o的1/100价格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思维链引导：用"请逐步思考"引导深度分析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适用场景：热点题材抓取、复杂剧情设计、竞品分析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五大AI模型创作分工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创作环节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热点分析 → DeepSeek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世界观构建 → 文心5.0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角色设定 → GLM-4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剧情架构 → DeepSeek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剧本初稿 → DeepSeek / 文心5.0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优化环节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节奏优化 → 文心5.0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对白打磨 → 豆包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整体审校 → 通义千问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角色检查 → GLM-4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创意发散 → 通义千问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AI剧本创作方法论全景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Phase 1 热点抓取：联网搜索 → 数据分析 → 趋势研判 → 用户画像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Phase 2 选题决策：竞品分析 → 蓝海判断 → 差异化定位 → 可行性评估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Phase 3 故事构建：世界观设定 → 角色设计 → 剧情架构 → 爽点分布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Phase 4 剧本落地：大纲生成 → 分集细化 → 对白打磨 → 钩子优化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选题决策评分模型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评估维度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权重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评分标准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市场热度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搜索指数、相关作品播放量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竞争程度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同题材作品数量（越少分越高）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差异化空间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是否有独特切入角度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变现潜力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付费意愿、广告适配度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制作难度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AI工具能否胜任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个人兴趣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能否持续创作不厌倦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AI漫剧剧本核心原则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写给"AI+人"看，而非只写给人看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场景描述必须具体到颜色、光线、构图；动作描写要精确到可执行；每个场景附带AI生图提示词；角色外貌描述要保持一致；避免抽象词汇，用具体特征代替。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可视化描写三原则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具体化：把"她很美"变成"长发及腰，杏眼樱唇，白色连衣裙"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画面化：用"摄影机视角"写，如"镜头从门口向内推进——"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五感化：调动视觉以外的感官，如"雨点砸在脸上，冰凉刺骨"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镜头标注：每个场景标注【特写/中景/远景/俯拍/过肩】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AI适配：避免复杂多人同框，每场景最多2-3个角色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用DeepSeek联网搜索分析当前抖音漫剧TOP10题材分布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用文心5.0生成一个12集都市逆袭漫剧的完整大纲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用GLM-4创建5个核心角色的深度档案与人格卡片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用豆包对5段对白进行"网感优化"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用通义千问完成整体审校，输出修改建议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578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完成一部12集漫剧的完整剧本（含AI生图提示词）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模块02：大语言模型与AI剧本创作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下一模块：分镜设计与提示词工程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