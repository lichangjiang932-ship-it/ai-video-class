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8F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🤖 五大AI模型速览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71600"/>
            <a:ext cx="338328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00C8F0"/>
                </a:solidFill>
                <a:latin typeface="Microsoft YaHei"/>
              </a:defRPr>
            </a:pPr>
            <a:r>
              <a:t>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文心5.0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2.4T参数 · 中文创意写作最强 · 128K上下文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37160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38328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B5CF6"/>
                </a:solidFill>
                <a:latin typeface="Microsoft YaHei"/>
              </a:defRPr>
            </a:pPr>
            <a:r>
              <a:t>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7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联网搜索+长文本推理 · 性价比极高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37160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371600"/>
            <a:ext cx="338328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07A35"/>
                </a:solidFill>
                <a:latin typeface="Microsoft YaHei"/>
              </a:defRPr>
            </a:pPr>
            <a:r>
              <a:t>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20574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豆包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对话感最自然 · 口语化对白打磨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61188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61188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10B981"/>
                </a:solidFill>
                <a:latin typeface="Microsoft YaHei"/>
              </a:defRPr>
            </a:pPr>
            <a:r>
              <a:t>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通义千问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逻辑严谨 · 整体审校 · 知识面广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611880"/>
            <a:ext cx="3383280" cy="192024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611880"/>
            <a:ext cx="33832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F59E0B"/>
                </a:solidFill>
                <a:latin typeface="Microsoft YaHei"/>
              </a:defRPr>
            </a:pPr>
            <a:r>
              <a:t>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297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智谱清言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角色一致性 · 人格档案 · 深度设定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F0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热点分析 → DeepSeek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世界观构建 → 文心5.0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角色设定 → GLM-4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剧情架构 → DeepSeek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剧本初稿 → DeepSeek / 文心5.0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节奏优化 → 文心5.0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对白打磨 → 豆包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整体审校 → 通义千问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角色检查 → GLM-4</a:t>
            </a:r>
          </a:p>
        </p:txBody>
      </p:sp>
      <p:sp>
        <p:nvSpPr>
          <p:cNvPr id="33" name="Oval 32"/>
          <p:cNvSpPr/>
          <p:nvPr/>
        </p:nvSpPr>
        <p:spPr>
          <a:xfrm>
            <a:off x="6537960" y="444398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43891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创意发散 → 通义千问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3652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3652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81940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1940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965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9288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9288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417576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17576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529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 anchor="ctr">
                    <a:solidFill>
                      <a:srgbClr val="00C8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AI漫剧剧本核心原则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544982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