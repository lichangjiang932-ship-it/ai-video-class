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00C97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00E69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38FFBD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007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8FFBD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38F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30F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28E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20E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18E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10D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08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0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8FFBD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模块二：大语言模型与AI剧本创作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8课时 · 掌握5大AI模型的剧本创作能力与完整方法论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97B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97B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97B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97B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38FFB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C97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00E69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38FFB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文心5.0全面解析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DeepSeek深度使用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豆包大模型应用</a:t>
            </a:r>
          </a:p>
        </p:txBody>
      </p:sp>
      <p:sp>
        <p:nvSpPr>
          <p:cNvPr id="50" name="Oval 49"/>
          <p:cNvSpPr/>
          <p:nvPr/>
        </p:nvSpPr>
        <p:spPr>
          <a:xfrm>
            <a:off x="731520" y="3097784"/>
            <a:ext cx="274320" cy="27432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422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通义千问创意写作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智谱清言角色设定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AI剧本创作方法论</a:t>
            </a:r>
          </a:p>
        </p:txBody>
      </p:sp>
      <p:sp>
        <p:nvSpPr>
          <p:cNvPr id="59" name="Oval 58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AI漫剧剧本特殊要求</a:t>
            </a:r>
          </a:p>
        </p:txBody>
      </p:sp>
      <p:sp>
        <p:nvSpPr>
          <p:cNvPr id="62" name="Oval 61"/>
          <p:cNvSpPr/>
          <p:nvPr/>
        </p:nvSpPr>
        <p:spPr>
          <a:xfrm>
            <a:off x="6400800" y="3097784"/>
            <a:ext cx="274320" cy="27432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1350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实战：12集漫剧完整剧本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模块02 · 大语言模型与AI剧本创作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C97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00E69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文心5.0核心能力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38FFB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参数规模：2.4万亿（2.4T），上下文窗口128K tokens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核心优势：中文创意写作最强、长文本生成、剧情节奏把控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调用方式：百度智能云千帆平台 / 文心一言 / API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适用场景：剧本整体把控、节奏优化、大纲生成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进阶技巧：多轮对话迭代法、角色锚定提示词、批量生成法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模块02 · 大语言模型与AI剧本创作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C97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00E69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DeepSeek两大杀手锏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38FFB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联网搜索：实时抓取网络热点、趋势数据、竞品信息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长文本推理：处理复杂剧情线、多角色关系、伏笔设计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性价比极高：约GPT-4o的1/100价格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思维链引导：用"请逐步思考"引导深度分析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适用场景：热点题材抓取、复杂剧情设计、竞品分析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模块02 · 大语言模型与AI剧本创作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C97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00E69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◉ 五大AI模型速览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38FFB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94360" y="1280160"/>
            <a:ext cx="3383280" cy="18288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" y="1280160"/>
            <a:ext cx="422911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7270" y="1280160"/>
            <a:ext cx="422910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440180" y="1280160"/>
            <a:ext cx="422910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863090" y="1280160"/>
            <a:ext cx="422910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86000" y="1280160"/>
            <a:ext cx="422910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08910" y="1280160"/>
            <a:ext cx="422910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131820" y="1280160"/>
            <a:ext cx="422910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554730" y="1280160"/>
            <a:ext cx="42291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C97B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文心5.0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2377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2.4T参数 · 中文创意写作最强 · 128K上下文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97680" y="1280160"/>
            <a:ext cx="3383280" cy="18288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97680" y="1280160"/>
            <a:ext cx="422911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720590" y="1280160"/>
            <a:ext cx="422910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43500" y="1280160"/>
            <a:ext cx="422910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6410" y="1280160"/>
            <a:ext cx="422910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989320" y="1280160"/>
            <a:ext cx="422910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12230" y="1280160"/>
            <a:ext cx="422910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835140" y="1280160"/>
            <a:ext cx="422910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258050" y="1280160"/>
            <a:ext cx="42291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8056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C97B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8056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DeepSeek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80560" y="2377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联网搜索+长文本推理 · 性价比极高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001000" y="1280160"/>
            <a:ext cx="3383280" cy="18288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01000" y="1280160"/>
            <a:ext cx="422911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23910" y="1280160"/>
            <a:ext cx="422910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846820" y="1280160"/>
            <a:ext cx="422910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269730" y="1280160"/>
            <a:ext cx="422910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692640" y="1280160"/>
            <a:ext cx="422910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115550" y="1280160"/>
            <a:ext cx="422910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538460" y="1280160"/>
            <a:ext cx="422910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961370" y="1280160"/>
            <a:ext cx="42291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8388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C97B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8388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豆包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83880" y="2377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对话感最自然 · 口语化对白打磨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94360" y="3429000"/>
            <a:ext cx="3383280" cy="18288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94360" y="3429000"/>
            <a:ext cx="422911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17270" y="3429000"/>
            <a:ext cx="422910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440180" y="3429000"/>
            <a:ext cx="422910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863090" y="3429000"/>
            <a:ext cx="422910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286000" y="3429000"/>
            <a:ext cx="422910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708910" y="3429000"/>
            <a:ext cx="422910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131820" y="3429000"/>
            <a:ext cx="422910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554730" y="3429000"/>
            <a:ext cx="42291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77240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C97B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7240" y="4114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通义千问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7240" y="45262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逻辑严谨 · 整体审校 · 知识面广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297680" y="3429000"/>
            <a:ext cx="3383280" cy="18288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297680" y="3429000"/>
            <a:ext cx="422911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720590" y="3429000"/>
            <a:ext cx="422910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143500" y="3429000"/>
            <a:ext cx="422910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566410" y="3429000"/>
            <a:ext cx="422910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989320" y="3429000"/>
            <a:ext cx="422910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412230" y="3429000"/>
            <a:ext cx="422910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835140" y="3429000"/>
            <a:ext cx="422910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258050" y="3429000"/>
            <a:ext cx="42291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480560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C97B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80560" y="4114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智谱清言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480560" y="45262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角色一致性 · 人格档案 · 深度设定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模块02 · 大语言模型与AI剧本创作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C97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00E69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五大AI模型创作分工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38FFB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7B"/>
                </a:solidFill>
                <a:latin typeface="Microsoft YaHei"/>
              </a:defRPr>
            </a:pPr>
            <a:r>
              <a:t>创作环节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热点分析 → DeepSeek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世界观构建 → 文心5.0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角色设定 → GLM-4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剧情架构 → DeepSeek</a:t>
            </a:r>
          </a:p>
        </p:txBody>
      </p:sp>
      <p:sp>
        <p:nvSpPr>
          <p:cNvPr id="67" name="Oval 66"/>
          <p:cNvSpPr/>
          <p:nvPr/>
        </p:nvSpPr>
        <p:spPr>
          <a:xfrm>
            <a:off x="731520" y="4507992"/>
            <a:ext cx="146304" cy="146304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584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剧本初稿 → DeepSeek / 文心5.0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07E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10E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18F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20F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28F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30F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38F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优化环节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07E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10E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18F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20F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28F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30F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38F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节奏优化 → 文心5.0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对白打磨 → 豆包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整体审校 → 通义千问</a:t>
            </a:r>
          </a:p>
        </p:txBody>
      </p:sp>
      <p:sp>
        <p:nvSpPr>
          <p:cNvPr id="93" name="Oval 92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角色检查 → GLM-4</a:t>
            </a:r>
          </a:p>
        </p:txBody>
      </p:sp>
      <p:sp>
        <p:nvSpPr>
          <p:cNvPr id="95" name="Oval 94"/>
          <p:cNvSpPr/>
          <p:nvPr/>
        </p:nvSpPr>
        <p:spPr>
          <a:xfrm>
            <a:off x="6537960" y="4507992"/>
            <a:ext cx="146304" cy="146304"/>
          </a:xfrm>
          <a:prstGeom prst="ellipse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1228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创意发散 → 通义千问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模块02 · 大语言模型与AI剧本创作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C97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00E69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AI剧本创作方法论全景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38FFB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Phase 1 热点抓取：联网搜索 → 数据分析 → 趋势研判 → 用户画像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Phase 2 选题决策：竞品分析 → 蓝海判断 → 差异化定位 → 可行性评估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Phase 3 故事构建：世界观设定 → 角色设计 → 剧情架构 → 爽点分布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Phase 4 剧本落地：大纲生成 → 分集细化 → 对白打磨 → 钩子优化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模块02 · 大语言模型与AI剧本创作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C97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00E69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选题决策评分模型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38FFB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评估维度</a:t>
                      </a:r>
                    </a:p>
                  </a:txBody>
                  <a:tcPr anchor="ctr">
                    <a:solidFill>
                      <a:srgbClr val="00C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权重</a:t>
                      </a:r>
                    </a:p>
                  </a:txBody>
                  <a:tcPr anchor="ctr">
                    <a:solidFill>
                      <a:srgbClr val="00C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评分标准</a:t>
                      </a:r>
                    </a:p>
                  </a:txBody>
                  <a:tcPr anchor="ctr">
                    <a:solidFill>
                      <a:srgbClr val="00C97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市场热度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搜索指数、相关作品播放量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竞争程度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同题材作品数量（越少分越高）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差异化空间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是否有独特切入角度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变现潜力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付费意愿、广告适配度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制作难度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AI工具能否胜任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个人兴趣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能否持续创作不厌倦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模块02 · 大语言模型与AI剧本创作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00C97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00E69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写给"AI+人"看，而非只写给人看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场景描述必须具体到颜色、光线、构图；动作描写要精确到可执行；每个场景附带AI生图提示词；角色外貌描述要保持一致；避免抽象词汇，用具体特征代替。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模块02 · 大语言模型与AI剧本创作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C97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00E69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可视化描写三原则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38FFB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具体化：把"她很美"变成"长发及腰，杏眼樱唇，白色连衣裙"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画面化：用"摄影机视角"写，如"镜头从门口向内推进——"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五感化：调动视觉以外的感官，如"雨点砸在脸上，冰凉刺骨"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镜头标注：每个场景标注【特写/中景/远景/俯拍/过肩】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AI适配：避免复杂多人同框，每场景最多2-3个角色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模块02 · 大语言模型与AI剧本创作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C97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00E69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用DeepSeek联网搜索分析当前抖音漫剧TOP10题材分布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用文心5.0生成一个12集都市逆袭漫剧的完整大纲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用GLM-4创建5个核心角色的深度档案与人格卡片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用豆包对5段对白进行"网感优化"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用通义千问完成整体审校，输出修改建议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31520" y="53309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31520" y="53309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8096" y="53309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672" y="53309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1248" y="53309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7824" y="53309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" y="53309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50976" y="53309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87552" y="53309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8872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45920" y="5257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完成一部12集漫剧的完整剧本（含AI生图提示词）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模块02 · 大语言模型与AI剧本创作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00C97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0C97B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下一模块：分镜设计与提示词工程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