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E40A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385EE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60A5FA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1C2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A5FA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569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4D8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437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3A6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30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274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A5FA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模块16：合规要求与行业规范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4课时 · 备案要求、AIGC标识、版权保护与行业伦理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60A5F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2026年广电总局新规解读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AI内容标识办法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版权与原创性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行业伦理与可持续发展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AI漫剧监管框架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法规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发布机构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核心要求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《生成式AI服务管理暂行办法》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网信办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AIGC内容标识、安全评估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《网络短视频内容审核标准细则》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广电总局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内容红线、审核标准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《深度合成管理规定》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网信办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深度合成标识、备案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《网络视听节目服务管理规定》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广电总局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节目备案、内容审核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《未成年人网络保护条例》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国务院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未成年人保护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内容红线——绝对禁止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暴力血腥：过度暴力、血腥画面、残忍行为 → 下架+封号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色情内容：色情画面、性暗示、裸露 → 下架+封号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政治敏感：政治人物、敏感事件、意识形态 → 下架+封号+追责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仇恨歧视：种族/性别/宗教歧视 → 下架+封号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未成年不当：未成年人暴力/色情/危险行为 → 下架+封号+追责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违法内容：赌博、毒品、传销、诈骗 → 下架+封号+追责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备案流程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560320"/>
            <a:ext cx="260033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1552" y="2560320"/>
            <a:ext cx="260032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51584" y="2560320"/>
            <a:ext cx="260032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11616" y="2560320"/>
            <a:ext cx="260032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71648" y="2560320"/>
            <a:ext cx="260032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31680" y="2560320"/>
            <a:ext cx="260032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91712" y="2560320"/>
            <a:ext cx="260032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51744" y="2560320"/>
            <a:ext cx="260032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准备材料：作品名称/简介、制作方信息、AI工具说明、安全承诺书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5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14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97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9020" y="2560320"/>
            <a:ext cx="260033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49052" y="2560320"/>
            <a:ext cx="260032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09084" y="2560320"/>
            <a:ext cx="260032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69116" y="2560320"/>
            <a:ext cx="260032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29148" y="2560320"/>
            <a:ext cx="260032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89180" y="2560320"/>
            <a:ext cx="260032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149212" y="2560320"/>
            <a:ext cx="260032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09244" y="2560320"/>
            <a:ext cx="260032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97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平台备案：在发布平台提交备案，填写信息表，上传材料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527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55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46520" y="2560320"/>
            <a:ext cx="260033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706552" y="2560320"/>
            <a:ext cx="260032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66584" y="2560320"/>
            <a:ext cx="260032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26616" y="2560320"/>
            <a:ext cx="260032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86648" y="2560320"/>
            <a:ext cx="260032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46680" y="2560320"/>
            <a:ext cx="260032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06712" y="2560320"/>
            <a:ext cx="260032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66744" y="2560320"/>
            <a:ext cx="260032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审核通过：平台审核1-3个工作日，获得备案号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10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029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12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04020" y="2560320"/>
            <a:ext cx="260033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64052" y="2560320"/>
            <a:ext cx="260032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4084" y="2560320"/>
            <a:ext cx="260032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84116" y="2560320"/>
            <a:ext cx="260032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344148" y="2560320"/>
            <a:ext cx="260032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04180" y="2560320"/>
            <a:ext cx="260032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864212" y="2560320"/>
            <a:ext cx="260032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124244" y="2560320"/>
            <a:ext cx="260032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12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发布内容：在内容中标注备案号，添加AIGC标识，正式发布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AIGC标识要求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必须标识的内容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所有AI生成或辅助生成的内容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视觉标识：水印、角标、片头文字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音频标识：语音声明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文字标识：简介说明、字幕标注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3D6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37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49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4E8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549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5A9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5EE0"/>
                </a:solidFill>
                <a:latin typeface="Microsoft YaHei"/>
              </a:defRPr>
            </a:pPr>
            <a:r>
              <a:t>各平台标识规则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3D6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37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49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4E8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549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5A9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抖音：右下角自动"AI生成"水印+简介注明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快手：可灵AI自动标识，其他需手动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B站：简介注明+标签#AI生成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红果：片头"本内容由AI辅助制作"+备案号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1E40A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385EE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未标识/删除标识/伪造标识将面临限流、下架、封号、追责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推荐方案：片头3-5秒文字声明"本作品使用AI技术辅助制作" + 右下角持续水印 + 简介详细说明AI工具使用情况。主动标识是合规底线，也是建立用户信任的基础。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AI生成内容著作权现状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内容类型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著作权状态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纯AI生成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 不受保护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无人类创作贡献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AI辅助创作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 可获保护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有人类创意贡献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AI改编作品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! 视情况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需获得原作授权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侵权风险防范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剧本层面：使用原创剧本或已授权IP，禁止直接使用他人剧本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角色层面：设计原创角色形象，不模仿他人角色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音乐层面：使用版权免费音乐/AI生成音乐/正版授权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素材层面：使用原创素材或正版素材库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版权保护：及时申请版权登记，保留完整创作过程记录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从流量思维到IP思维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流量思维（不可持续）：短期流量、低质批量、标题党、同质化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IP思维（可持续）：长期IP、精品运营、角色品牌化、粉丝社群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行业自律：内容自律 + 竞争自律 + 技术自律 + 商业自律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精品化路径：基础制作 → 品质提升 → IP打造 → 品牌建设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阅读《生成式人工智能服务管理暂行办法》全文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在一个平台完成AI漫剧备案流程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检查已发布内容的AIGC标识是否完整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为你的漫剧设计一套完整的AIGC标识方案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检查作品是否存在侵权风险并整改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保留完整的创作过程记录（剧本/角色/AI生成记录）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40A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下一模块：综合实战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