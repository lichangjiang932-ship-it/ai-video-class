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3D71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5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508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97330" y="1828800"/>
            <a:ext cx="548640" cy="54864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7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5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4700" y="1371600"/>
            <a:ext cx="26289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876300" cy="508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54830" y="182880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4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371600"/>
            <a:ext cx="26289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371600"/>
            <a:ext cx="876300" cy="508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12330" y="1828800"/>
            <a:ext cx="548640" cy="54864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2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D2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29700" y="1371600"/>
            <a:ext cx="26289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9700" y="1371600"/>
            <a:ext cx="876300" cy="508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69830" y="1828800"/>
            <a:ext cx="548640" cy="54864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9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3D71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标识违规后果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2737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27376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10256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10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01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459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4592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157472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74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8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0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5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