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所有AI生成或辅助生成的内容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视觉标识：水印、角标、片头文字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音频标识：语音声明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文字标识：简介说明、字幕标注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抖音：右下角自动"AI生成"水印+简介注明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快手：可灵AI自动标识，其他需手动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B站：简介注明+标签#AI生成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红果：片头"本内容由AI辅助制作"+备案号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标识违规后果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模块16：合规规范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