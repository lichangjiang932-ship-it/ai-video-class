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0B17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2E5E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2578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2980" y="1371600"/>
            <a:ext cx="52578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08760" y="1371600"/>
            <a:ext cx="52578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1371600"/>
            <a:ext cx="52578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371600"/>
            <a:ext cx="52578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2E5E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2080260" cy="1905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5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2E5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14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14700" y="1371600"/>
            <a:ext cx="52578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0" y="1371600"/>
            <a:ext cx="52578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6260" y="1371600"/>
            <a:ext cx="52578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92040" y="1371600"/>
            <a:ext cx="52578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17820" y="1371600"/>
            <a:ext cx="52578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7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2E5E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9020" y="2560320"/>
            <a:ext cx="2080260" cy="1905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7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527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2E5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1371600"/>
            <a:ext cx="52578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697980" y="1371600"/>
            <a:ext cx="52578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23760" y="1371600"/>
            <a:ext cx="52578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49540" y="1371600"/>
            <a:ext cx="52578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75320" y="1371600"/>
            <a:ext cx="52578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2E5E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2560320"/>
            <a:ext cx="2080260" cy="1905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10244" y="256032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2E5E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1371600"/>
            <a:ext cx="2628900" cy="45720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29700" y="1371600"/>
            <a:ext cx="52578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55480" y="1371600"/>
            <a:ext cx="52578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81260" y="1371600"/>
            <a:ext cx="52578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607040" y="1371600"/>
            <a:ext cx="52578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132820" y="1371600"/>
            <a:ext cx="52578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2580" y="1645920"/>
            <a:ext cx="22631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2E5E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04020" y="2560320"/>
            <a:ext cx="2080260" cy="1905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580" y="2743200"/>
            <a:ext cx="22631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2E5E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03120"/>
            <a:ext cx="1371600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所有AI生成或辅助生成的内容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视觉标识：水印、角标、片头文字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音频标识：语音声明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文字标识：简介说明、字幕标注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A4EF0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2103120"/>
            <a:ext cx="1371600" cy="25400"/>
          </a:xfrm>
          <a:prstGeom prst="rect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抖音：右下角自动"AI生成"水印+简介注明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快手：可灵AI自动标识，其他需手动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B站：简介注明+标签#AI生成</a:t>
            </a:r>
          </a:p>
        </p:txBody>
      </p:sp>
      <p:sp>
        <p:nvSpPr>
          <p:cNvPr id="31" name="Oval 30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8A4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89AA8"/>
                </a:solidFill>
                <a:latin typeface="Microsoft YaHei"/>
              </a:defRPr>
            </a:pPr>
            <a:r>
              <a:t>红果：片头"本内容由AI辅助制作"+备案号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2E5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