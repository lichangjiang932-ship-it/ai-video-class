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A855F7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C6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095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09560" y="384048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46720" y="404164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679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4360" y="507492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360" y="507492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1520" y="527608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2728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景别切换黄金法则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low quality, worst quality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blurry, out of focus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deformed, disfigured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extra limbs, missing fingers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text, watermark, signature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动作场景：bad anatomy, static pose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情感场景：stiff pose, robotic expression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特写场景：plastic skin, uncanny valley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场景展示：flat lighting, cluttered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⚠️ 不要堆砌过多，限制AI创作空间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6C19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C6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