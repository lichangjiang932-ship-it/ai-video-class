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F6B35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F8C4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FB34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F4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347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F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F9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F8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F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F7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B347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模块三：分镜设计与提示词工程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10课时 · 从分镜思维到提示词实操的完整技能链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FB34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分镜设计基础：景别·构图·镜头运动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提示词六要素框架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提示词模板库搭建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负面提示词系统化使用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" y="3664712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422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Drawstory分镜软件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DomoAI动态分镜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即梦AI智能多帧分镜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角色参考图制作</a:t>
            </a:r>
          </a:p>
        </p:txBody>
      </p:sp>
      <p:sp>
        <p:nvSpPr>
          <p:cNvPr id="65" name="Oval 64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高级分镜技巧</a:t>
            </a:r>
          </a:p>
        </p:txBody>
      </p:sp>
      <p:sp>
        <p:nvSpPr>
          <p:cNvPr id="68" name="Oval 67"/>
          <p:cNvSpPr/>
          <p:nvPr/>
        </p:nvSpPr>
        <p:spPr>
          <a:xfrm>
            <a:off x="6400800" y="3664712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1350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实战：15镜头完整分镜设计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五大景别详解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景别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英文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画面范围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叙事功能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远景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ELS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环境全貌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交代环境、营造氛围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全景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LS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完整人物+环境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展示人物与环境关系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中景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MS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膝盖以上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平衡人物与环境、对话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近景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MCU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胸部以上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突出表情和肢体语言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特写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CU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面部/物体细节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强调情绪、揭示细节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FF6B35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F8C4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景别跳跃越大，视觉冲击越强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远景→特写产生强烈震撼；中景→近景自然递进。避免特写→特写（视觉疲劳）和全景→全景（缺乏节奏）。口诀：先远后近定基调，急转直下造冲击。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六种核心构图法则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三分法则：关键元素放在九宫格交叉点，避免AI默认居中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对角线构图：元素沿对角线排列，创造动感和张力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对称构图：左右对称，传达秩序、庄严或诡异感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框中框构图：利用门框/窗户形成"画中画"效果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前景遮挡构图：前方放置遮挡物，增加层次感和窥视感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负空间构图：大面积留白，营造孤独、渺小或宁静感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提示词六要素框架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① 主体描述：性别+年龄+核心特征+服装+发型+配饰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② 动作表情：静态姿势→动态动作→微动作（三个层次）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③ 环境：地点类型+具体场景+环境细节（天气/时间/季节）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④ 光线：自然光/金色时刻/逆光/侧光/霓虹光等10种类型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⑤ 视角/景别：平视/仰视/俯视/鸟瞰/荷兰角/过肩/主观视角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⑥ 风格：画风基底+渲染方式+质量修饰词+参考艺术家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完整提示词组装公式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第一步：确定主体（外貌、服装、配饰）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第二步：设定动作和表情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第三步：描述环境（地点、时间、天气）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第四步：指定光线类型和方向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第五步：定义视角和景别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第六步：添加风格和质量修饰词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负面提示词使用策略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始终使用（基础层）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low quality, worst quality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blurry, out of focus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deformed, disfigured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extra limbs, missing fingers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text, watermark, signature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F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F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F9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F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F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FA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Microsoft YaHei"/>
              </a:defRPr>
            </a:pPr>
            <a:r>
              <a:t>按场景添加（场景层）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F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F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F9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F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F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FA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动作场景：bad anatomy, static pose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情感场景：stiff pose, robotic expression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特写场景：plastic skin, uncanny valley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场景展示：flat lighting, cluttered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! 不要堆砌过多，限制AI创作空间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Master Reference设计规范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分辨率至少1024×1024，推荐2048×2048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背景：纯白色或浅灰色（便于AI提取特征）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视角：正面或3/4侧面，展示最多面部信息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姿势：自然站立或T-pose，中性表情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必须包含：完整全身、面部清晰、服装完整、发型完整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附带角色描述卡片：姓名、年龄、发色、瞳色、标志性特征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导演式分镜思维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三个核心问题：传递什么信息？唤起什么情绪？在节奏中什么位置？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闪回技巧：柔化边缘+不同色调+颗粒感+虚线边框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正反打：角色A过肩看B → B过肩看A → A近景反应 → B近景反应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时间压缩（蒙太奇）：4-6小格展示时间节点变化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时间扩展（慢动作）：一个动作拆分3-4帧展示不同阶段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留白与悬念：大面积空白暗示孤独，画格外元素暗示威胁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用五种景别为同一场景各写一组AI提示词并对比效果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用六要素框架为3个场景编写完整提示词并生成图片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建立个人提示词模板库（动作/情感/特写/场景各1个模板）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用Drawstory或即梦AI制作一个4格分镜页面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为你的漫剧主角制作一张Master Reference角色参考图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完成一集15个镜头的完整分镜设计（含提示词）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6B35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下一模块：即梦AI深度精通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