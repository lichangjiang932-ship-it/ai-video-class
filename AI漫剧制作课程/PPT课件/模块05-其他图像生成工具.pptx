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模块五：其他图像生成工具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6课时 · 掌握国产AI图像工具与LoRA角色训练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通义万相（阿里）—— 文生图与图生图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腾讯混元 —— 图像生成与数字人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百度文心一格 —— AI绘画与中式美学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Kolors（快手可图）—— 开源图像模型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角色LoRA训练实战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多工具协作策略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四大国产AI图像工具对比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开发商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阿里巴巴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中文理解强，图生图对话式修改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特写、中景、快速迭代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腾讯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对话式交互，数字人功能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情感氛围、数字人创作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百度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中式美学专精，30+艺术风格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国风场景、古风角色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开源免费，本地部署可控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批量生成、深度定制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通义万相核心能力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文生图：支持中英文提示词，创意力滑块控制自由度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图生图：上传参考图+文字指令，实现风格迁移和内容修改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关键词加权：用括号强调重要元素，如(红色汉服)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表情序列制作：基于基准图用图生图生成喜怒哀惊系列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参数推荐：漫剧角色创意力5-6，场景创意力7-8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访问方式：tongyi.aliyun.com/wanxiang/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文心一格与中式美学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核心特色：在国风、古风、水墨等中式美学风格上表现突出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朝代风格：唐代华丽、宋代雅致、明代工笔、敦煌壁画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画种技法：水墨画、工笔画、写意画、白描、青绿山水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色彩体系：中国红、靛蓝、赭石、石绿、藤黄、胭脂、朱砂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意境词汇：烟雨朦胧、月色如水、云雾缭绕、留白写意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访问方式：yige.baidu.com/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Kolors开源模型优势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开源免费，模型权重完全开放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中文原生支持，理解能力出色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图像质量媲美商业模型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支持LoRA、ControlNet扩展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可本地部署，无审核限制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在线体验：kolors.kuaishou.com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本地部署：ComfyUI集成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批量生成：读取提示词列表自动出图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角色一致性：IP-Adapter / 固定种子 / LoRA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推荐显存：NVIDIA 8GB+ GPU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LoRA训练：角色一致性终极方案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30-50张高质量训练图，几小时即可打造专属角色模型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LoRA（Low-Rank Adaptation）只训练一小部分"适配层"参数（几MB），效果接近完整微调。训练后每次生成都是同一个角色，彻底解决AI"换脸"问题。一个LoRA文件通常只有10-100MB，可灵活叠加多个LoRA（角色+风格+场景）。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LoRA训练完整流程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1 准备数据：收集30-50张高质量角色图（多角度/多表情）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2 预处理：裁剪缩放到512×512，去除背景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3 自动打标：使用WD14 Tagger自动生成标签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4 手动校正：确保触发词一致，移除不准确标签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5 配置参数：学习率1e-4、dim=64、alpha=32、10个epoch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6 启动训练：使用kohya-ss/sd-scripts，监控loss下降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镜头类型与最优工具匹配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镜头类型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首选工具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备选工具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选择理由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角色特写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SD + LoRA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角色一致性最强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全景场景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Midjourney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场景构建能力最强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动作场景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SD + ControlNet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姿态控制最精准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情感氛围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氛围渲染出色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国风古风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中式美学专精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对话式修改方便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批量生成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Kolors（本地）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SD（本地）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无审核限制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用通义万相为漫剧生成3个不同场景的背景图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用文心一格制作一套"春夏秋冬"四季国风场景背景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用Kolors在线版生成5个不同场景并对比效果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为漫剧主角准备40张训练数据并完成LoRA训练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在ComfyUI中加载LoRA，生成角色在不同场景中的图片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为漫剧所有分镜选择最优工具并填写工具分配表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下一模块：角色一致性攻克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