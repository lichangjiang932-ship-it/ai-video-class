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开源免费，模型权重完全开放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中文原生支持，理解能力出色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图像质量媲美商业模型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支持LoRA、ControlNet扩展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可本地部署，无审核限制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在线体验：kolors.kuaishou.com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本地部署：ComfyUI集成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批量生成：读取提示词列表自动出图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角色一致性：IP-Adapter / 固定种子 / 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推荐显存：NVIDIA 8GB+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LoRA训练：角色一致性终极方案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模块05：其他图像生成工具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