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9B5B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F1F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月入1-10万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日产1集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月成本~5000元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适合：副业/自由职业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月入10-50万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日产4集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月成本~7万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适合：创业团队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5F1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