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9144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1732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736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574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974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1732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3736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574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774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974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72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72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1732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3736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574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3774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6974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10972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1A243C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123444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0" b="1">
                <a:solidFill>
                  <a:srgbClr val="FF6D2E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3657600"/>
            <a:ext cx="1645920" cy="3200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8B8D0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114800"/>
            <a:ext cx="1828800" cy="381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86400" y="1371600"/>
            <a:ext cx="5943600" cy="457200"/>
          </a:xfrm>
          <a:prstGeom prst="round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137160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5F7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237744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5F7FC"/>
                </a:solidFill>
                <a:latin typeface="Microsoft YaHei"/>
              </a:defRPr>
            </a:pPr>
            <a:r>
              <a:t>模块一：AI漫剧行业认知与趋势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4114800"/>
            <a:ext cx="2743200" cy="508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0" y="4114800"/>
            <a:ext cx="914400" cy="50800"/>
          </a:xfrm>
          <a:prstGeom prst="rect">
            <a:avLst/>
          </a:prstGeom>
          <a:solidFill>
            <a:srgbClr val="FF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0" y="44805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6课时 · 从行业全景到创业路径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0" y="5486400"/>
            <a:ext cx="5943600" cy="640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D2E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D2E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D2E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6D2E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247120" y="0"/>
            <a:ext cx="944575" cy="508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051792" y="0"/>
            <a:ext cx="50800" cy="73152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45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54864" cy="9601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572768"/>
            <a:ext cx="411480" cy="4114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行业全景：从手工作坊到智能流水线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371600"/>
            <a:ext cx="54864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89120" y="1572768"/>
            <a:ext cx="411480" cy="4114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市场数据：240亿规模与2.8亿用户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371600"/>
            <a:ext cx="54864" cy="96012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46720" y="1572768"/>
            <a:ext cx="411480" cy="4114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内容形态：沙雕漫→动态漫→AI原生漫剧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2606040"/>
            <a:ext cx="54864" cy="96012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2807208"/>
            <a:ext cx="411480" cy="4114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五步工业化流程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51960" y="2606040"/>
            <a:ext cx="54864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89120" y="2807208"/>
            <a:ext cx="411480" cy="4114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爆款拆解：《斩仙台》等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09560" y="2606040"/>
            <a:ext cx="54864" cy="96012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46720" y="2807208"/>
            <a:ext cx="411480" cy="41148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79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创业路径：个人vs团队vs工作室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45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什么是AI漫剧？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利用AI技术辅助或主导制作的动态漫画短剧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制作周期：传统1-3个月/集 → AI 1-3天/集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制作成本：传统5-20万/集 → AI 500-5000元/集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团队规模：传统10-30人 → AI 1-5人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产能：传统2-4集/月 → AI 30+集/月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45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行业发展四个阶段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2023 · 沙雕漫：静态图片+配音+字幕，无动态效果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2737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627376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810256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81025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8011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2024 · 动态漫：图生视频初步应用，画面开始"动起来"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7459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974592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4157472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415747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1483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2025 · AI原生漫剧：全链路AI辅助，单人可完成全流程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2026 · AI仿真人剧：画面接近真人拍摄质量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45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2026年核心市场数据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指标</a:t>
                      </a:r>
                    </a:p>
                  </a:txBody>
                  <a:tcPr anchor="ctr">
                    <a:solidFill>
                      <a:srgbClr val="FF6D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2025年</a:t>
                      </a:r>
                    </a:p>
                  </a:txBody>
                  <a:tcPr anchor="ctr">
                    <a:solidFill>
                      <a:srgbClr val="FF6D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2026年</a:t>
                      </a:r>
                    </a:p>
                  </a:txBody>
                  <a:tcPr anchor="ctr">
                    <a:solidFill>
                      <a:srgbClr val="FF6D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增长率</a:t>
                      </a:r>
                    </a:p>
                  </a:txBody>
                  <a:tcPr anchor="ctr">
                    <a:solidFill>
                      <a:srgbClr val="FF6D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市场规模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160亿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240亿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+50%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用户规模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2.0亿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2.8亿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+40%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日均播放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10亿次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15亿次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+50%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创作者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80万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120万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+50%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45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五步工业化流程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Step 1 · 剧本创作：用AI生成分集剧本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Step 2 · 分镜设计：将剧本转化为分镜表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Step 3 · 文生图：用即梦AI生成关键帧画面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Step 4 · 图生视频：用可灵AI/Seedance让画面动起来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Step 5 · 剪辑配音：用剪映完成后期制作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45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爆款案例拆解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《斩仙台》：玄幻题材，角色一致性标杆，单集播放破千万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2737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627376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810256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81025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8011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《气运三角洲》：都市逆袭，节奏把控精准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7459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974592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4157472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415747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1483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《霍去病》：历史题材，画面质感接近电影级别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共同特点：前3秒强钩子、角色一致性好、节奏紧凑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D745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创业路径选择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349240" cy="508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D2E"/>
                </a:solidFill>
                <a:latin typeface="Microsoft YaHei"/>
              </a:defRPr>
            </a:pPr>
            <a:r>
              <a:t>👤 个人创作者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148840"/>
            <a:ext cx="1371600" cy="254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478024"/>
            <a:ext cx="182880" cy="1828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月入1-10万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980944"/>
            <a:ext cx="182880" cy="1828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日产1集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483864"/>
            <a:ext cx="182880" cy="1828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月成本~5000元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986784"/>
            <a:ext cx="182880" cy="1828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适合：副业/自由职业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371600"/>
            <a:ext cx="5349240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855F7"/>
                </a:solidFill>
                <a:latin typeface="Microsoft YaHei"/>
              </a:defRPr>
            </a:pPr>
            <a:r>
              <a:t>👥 小团队（3-5人）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2148840"/>
            <a:ext cx="137160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37960" y="247802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月入10-50万</a:t>
            </a:r>
          </a:p>
        </p:txBody>
      </p:sp>
      <p:sp>
        <p:nvSpPr>
          <p:cNvPr id="26" name="Oval 25"/>
          <p:cNvSpPr/>
          <p:nvPr/>
        </p:nvSpPr>
        <p:spPr>
          <a:xfrm>
            <a:off x="6537960" y="298094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日产4集</a:t>
            </a:r>
          </a:p>
        </p:txBody>
      </p:sp>
      <p:sp>
        <p:nvSpPr>
          <p:cNvPr id="28" name="Oval 27"/>
          <p:cNvSpPr/>
          <p:nvPr/>
        </p:nvSpPr>
        <p:spPr>
          <a:xfrm>
            <a:off x="6537960" y="348386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月成本~7万</a:t>
            </a:r>
          </a:p>
        </p:txBody>
      </p:sp>
      <p:sp>
        <p:nvSpPr>
          <p:cNvPr id="30" name="Oval 29"/>
          <p:cNvSpPr/>
          <p:nvPr/>
        </p:nvSpPr>
        <p:spPr>
          <a:xfrm>
            <a:off x="6537960" y="398678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适合：创业团队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42646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关注3个AI漫剧行业公众号/博主，建立信息源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231136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在抖音搜索10个AI漫剧账号，分析其内容特点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035808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画出完整的AI漫剧产业链地图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840480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确定自己的定位：个人/团队/工作室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4645152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选择一个感兴趣的题材方向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模块01 · 行业认知与趋势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952847" y="1508760"/>
            <a:ext cx="2286000" cy="2286000"/>
          </a:xfrm>
          <a:prstGeom prst="ellipse">
            <a:avLst/>
          </a:prstGeom>
          <a:solidFill>
            <a:srgbClr val="C33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90007" y="1645920"/>
            <a:ext cx="2011680" cy="20116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90007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5F7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93192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0" y="4754880"/>
            <a:ext cx="701040" cy="38100"/>
          </a:xfrm>
          <a:prstGeom prst="rect">
            <a:avLst/>
          </a:prstGeom>
          <a:solidFill>
            <a:srgbClr val="FF8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下一模块：大语言模型与剧本创作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