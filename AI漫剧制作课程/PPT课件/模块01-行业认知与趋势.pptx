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9F1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6B3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D93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93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D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C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C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A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A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2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D93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1A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8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9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A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C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8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9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A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C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9F1A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