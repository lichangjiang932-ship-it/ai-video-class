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3652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3652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81940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19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965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9288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9288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417576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757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529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3652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3652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81940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19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965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9288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9288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417576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757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529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7A35"/>
                </a:solidFill>
                <a:latin typeface="Microsoft YaHei"/>
              </a:defRPr>
            </a:pPr>
            <a:r>
              <a:t>👤 个人创作者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月入1-10万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日产1集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月成本~5000元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适合：副业/自由职业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👥 小团队（3-5人）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月入10-50万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日产4集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月成本~7万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适合：创业团队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