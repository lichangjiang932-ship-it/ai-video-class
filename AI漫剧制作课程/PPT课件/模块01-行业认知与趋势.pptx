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F9F1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F6B3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FD93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F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93D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FD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FC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FB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FA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FA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模块一：AI漫剧行业认知与趋势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从行业全景到创业路径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1A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1A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1A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1A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FD93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行业全景：从手工作坊到智能流水线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市场数据：240亿规模与2.8亿用户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内容形态：沙雕漫→动态漫→AI原生漫剧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五步工业化流程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爆款拆解：《斩仙台》等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创业路径：个人vs团队vs工作室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什么是AI漫剧？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利用AI技术辅助或主导制作的动态漫画短剧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制作周期：传统1-3个月/集 → AI 1-3天/集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制作成本：传统5-20万/集 → AI 500-5000元/集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团队规模：传统10-30人 → AI 1-5人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产能：传统2-4集/月 → AI 30+集/月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行业发展四个阶段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2023 · 沙雕漫：静态图片+配音+字幕，无动态效果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2024 · 动态漫：图生视频初步应用，画面开始"动起来"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2025 · AI原生漫剧：全链路AI辅助，单人可完成全流程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2026 · AI仿真人剧：画面接近真人拍摄质量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2026年核心市场数据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F9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2025年</a:t>
                      </a:r>
                    </a:p>
                  </a:txBody>
                  <a:tcPr anchor="ctr">
                    <a:solidFill>
                      <a:srgbClr val="FF9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2026年</a:t>
                      </a:r>
                    </a:p>
                  </a:txBody>
                  <a:tcPr anchor="ctr">
                    <a:solidFill>
                      <a:srgbClr val="FF9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增长率</a:t>
                      </a:r>
                    </a:p>
                  </a:txBody>
                  <a:tcPr anchor="ctr">
                    <a:solidFill>
                      <a:srgbClr val="FF9F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市场规模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160亿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240亿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用户规模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2.0亿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2.8亿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+40%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日均播放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10亿次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15亿次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创作者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80万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120万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五步工业化流程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1 · 剧本创作：用AI生成分集剧本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2 · 分镜设计：将剧本转化为分镜表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3 · 文生图：用即梦AI生成关键帧画面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4 · 图生视频：用可灵AI/Seedance让画面动起来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5 · 剪辑配音：用剪映完成后期制作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爆款案例拆解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《斩仙台》：玄幻题材，角色一致性标杆，单集播放破千万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《气运三角洲》：都市逆袭，节奏把控精准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《霍去病》：历史题材，画面质感接近电影级别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共同特点：前3秒强钩子、角色一致性好、节奏紧凑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创业路径选择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A"/>
                </a:solidFill>
                <a:latin typeface="Microsoft YaHei"/>
              </a:defRPr>
            </a:pPr>
            <a:r>
              <a:t>◐ 个人创作者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月入1-10万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日产1集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月成本~5000元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适合：副业/自由职业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F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F8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F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FA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F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FC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◑ 小团队（3-5人）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F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F8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F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FA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F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FC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月入10-50万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日产4集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月成本~7万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适合：创业团队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关注3个AI漫剧行业公众号/博主，建立信息源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在抖音搜索10个AI漫剧账号，分析其内容特点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画出完整的AI漫剧产业链地图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确定自己的定位：个人/团队/工作室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选择一个感兴趣的题材方向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9F1A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下一模块：大语言模型与剧本创作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