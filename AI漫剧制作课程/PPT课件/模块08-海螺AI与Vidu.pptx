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06B6D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22D3EE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7E8F9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169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7E8F9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59E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4BD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3DD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2FC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21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13B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7E8F9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B6D4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7E8F9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核心：物理仿真引擎 + 高难度动作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强项：布料/头发/流体物理效果行业领先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适合：打斗、舞蹈、极限运动场景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定位："动作指导之选"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性价比高，免费额度充足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2B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35D9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3F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49D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3E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5D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2B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35D9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3FD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49D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3E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5D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核心：16秒音画同步直出（行业首创）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强项：口型同步 + 多角色对话 + 叙事理解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适合：对话场景、叙事类漫剧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定位："对话场景首选"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三大主体库：叙事/画面/音频模板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 anchor="ctr">
                    <a:solidFill>
                      <a:srgbClr val="06B6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06B6D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22D3EE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7E8F9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22D3E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7E8F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6B6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6B6D4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09BA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0EB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12C2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16C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1AC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1EC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