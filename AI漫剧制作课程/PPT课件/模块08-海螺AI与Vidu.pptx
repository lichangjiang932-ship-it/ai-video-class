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6B6D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22D3EE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7E8F9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16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7E8F9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59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4B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3D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2FC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21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13B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7E8F9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模块八：海螺AI与Vidu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物理动作与音画同步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7E8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海螺AI：高难度物理动作生成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海螺AI复杂动作实战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Vidu Q3：16秒音画直出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Vidu多角色互动场景生成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Vidu叙事/画面/音频主体库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视频生成工具选型策略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海螺AI vs Vidu Q3 定位对比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海螺AI（MiniMax）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核心：物理仿真引擎 + 高难度动作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强项：布料/头发/流体物理效果行业领先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适合：打斗、舞蹈、极限运动场景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定位："动作指导之选"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性价比高，免费额度充足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2B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3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F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49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3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5D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Microsoft YaHei"/>
              </a:defRPr>
            </a:pPr>
            <a:r>
              <a:t>Vidu Q3（生数科技）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2B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3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F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49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3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5D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核心：16秒音画同步直出（行业首创）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强项：口型同步 + 多角色对话 + 叙事理解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适合：对话场景、叙事类漫剧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定位："对话场景首选"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三大主体库：叙事/画面/音频模板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海螺AI物理仿真优势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布料仿真：衣服褶皱、飘动、摆动效果行业最自然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头发仿真：长发飘动、发丝分离、风吹效果逼真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流体仿真：水面波纹、雨水飞溅、烟雾扩散效果优秀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刚体碰撞：物体碰撞、弹跳、碎裂效果自然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提示词中需明确添加物理效果关键词：「长发随风飘动」「裙摆被风吹起」「水花四溅」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Vidu Q3 音画同步革命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16秒音画直出：视频+配音+音效一次生成，省去后期配音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口型同步：角色口型与语音自动对齐，对话场景真实感大幅提升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多角色对话：支持2-3个角色同屏对话，原生支持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剧本生视频：直接输入对话剧本，AI自动生成带语音的视频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语音情感控制：支持愤怒/悲伤/喜悦/平静等情感标注，语速和停顿可调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四大视频生成工具能力矩阵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可灵AI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海螺AI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Vidu Q3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物理仿真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多模态参考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高难度动作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音画直出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最佳场景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普通动态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参考驱动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打斗舞蹈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对话叙事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音画同步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Draft模式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角色一致性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最大时长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16秒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6B6D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22D3EE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根据镜头类型选择最优工具：对话→Vidu / 动作→海螺AI / 参考驱动→Seedance / 简单动态→可灵AI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典型漫剧工具分配比例：Vidu Q3 40-50%（对话为主）、Seedance 2.0 25-30%（日常动态+角色一致）、海螺AI 15-20%（动作场景）、可灵AI 10-15%（空镜头）。多工具协作需统一角色关键帧，后期统一调色确保一致性。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多工具协作工作流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即梦AI生成所有关键帧图片（角色基准图 + 场景母版图 + 各镜头关键帧）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按镜头类型分配工具：对话→Vidu / 动作→海螺AI / 日常→Seedance / 空镜→可灵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各工具分别生成视频片段，Seedance使用Draft模式预览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批量高清渲染，下载所有片段并按镜头编号命名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导入剪映：按分镜排列 → 统一调色 → 添加BGM/音效/字幕 → 导出成片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用海螺AI生成一个有头发飘动和布料飘动效果的视频片段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用海螺AI分别生成打斗、舞蹈、跑步三种动作场景，对比物理效果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用Vidu Q3剧本生视频生成一段2人对话的视频片段，检查口型同步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用Vidu的正反打镜头法，将对话场景拆分为多个单人镜头后拼接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使用Vidu主体库的叙事/画面/音频模板，在30分钟内完成一个对话场景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为你漫剧的15个镜头制定工具选择计划，计算预计成本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6B6D4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下一模块：角色一致性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