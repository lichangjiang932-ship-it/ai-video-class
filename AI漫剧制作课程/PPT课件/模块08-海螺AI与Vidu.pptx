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9144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1732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3736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5740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9748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720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9728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1732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73736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5740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37744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69748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720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724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9728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1732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73736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5740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37744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69748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109728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1A243C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123444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0" b="1">
                <a:solidFill>
                  <a:srgbClr val="FFB800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3657600"/>
            <a:ext cx="1645920" cy="32004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3657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8B8D0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4114800"/>
            <a:ext cx="1828800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486400" y="1371600"/>
            <a:ext cx="5943600" cy="457200"/>
          </a:xfrm>
          <a:prstGeom prst="round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137160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5F7FC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237744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5F7FC"/>
                </a:solidFill>
                <a:latin typeface="Microsoft YaHei"/>
              </a:defRPr>
            </a:pPr>
            <a:r>
              <a:t>模块八：海螺AI与Vidu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0" y="4114800"/>
            <a:ext cx="2743200" cy="508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0" y="4114800"/>
            <a:ext cx="914400" cy="50800"/>
          </a:xfrm>
          <a:prstGeom prst="rect">
            <a:avLst/>
          </a:prstGeom>
          <a:solidFill>
            <a:srgbClr val="FFD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0" y="448056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A8B8D0"/>
                </a:solidFill>
                <a:latin typeface="Microsoft YaHei"/>
              </a:defRPr>
            </a:pPr>
            <a:r>
              <a:t>6课时 · 物理动作与音画同步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0" y="5486400"/>
            <a:ext cx="5943600" cy="6400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B800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B800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6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B800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B800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247120" y="0"/>
            <a:ext cx="944575" cy="508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2051792" y="0"/>
            <a:ext cx="50800" cy="7315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9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71600"/>
            <a:ext cx="54864" cy="96012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1572768"/>
            <a:ext cx="411480" cy="41148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海螺AI：高难度物理动作生成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371600"/>
            <a:ext cx="54864" cy="9601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89120" y="1572768"/>
            <a:ext cx="411480" cy="4114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03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海螺AI复杂动作实战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371600"/>
            <a:ext cx="54864" cy="96012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46720" y="1572768"/>
            <a:ext cx="411480" cy="41148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679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Vidu Q3：16秒音画直出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2606040"/>
            <a:ext cx="54864" cy="96012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2807208"/>
            <a:ext cx="411480" cy="41148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27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Vidu多角色互动场景生成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51960" y="2606040"/>
            <a:ext cx="54864" cy="9601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89120" y="2807208"/>
            <a:ext cx="411480" cy="41148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03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Vidu叙事/画面/音频主体库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095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09560" y="2606040"/>
            <a:ext cx="54864" cy="96012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46720" y="2807208"/>
            <a:ext cx="411480" cy="411480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79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视频生成工具选型策略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9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海螺AI vs Vidu Q3 定位对比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349240" cy="508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B800"/>
                </a:solidFill>
                <a:latin typeface="Microsoft YaHei"/>
              </a:defRPr>
            </a:pPr>
            <a:r>
              <a:t>海螺AI（MiniMax）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148840"/>
            <a:ext cx="1371600" cy="25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2478024"/>
            <a:ext cx="182880" cy="18288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423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核心：物理仿真引擎 + 高难度动作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2980944"/>
            <a:ext cx="182880" cy="18288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2926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强项：布料/头发/流体物理效果行业领先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3483864"/>
            <a:ext cx="182880" cy="18288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429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适合：打斗、舞蹈、极限运动场景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3986784"/>
            <a:ext cx="182880" cy="18288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931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定位："动作指导之选"</a:t>
            </a:r>
          </a:p>
        </p:txBody>
      </p:sp>
      <p:sp>
        <p:nvSpPr>
          <p:cNvPr id="20" name="Oval 19"/>
          <p:cNvSpPr/>
          <p:nvPr/>
        </p:nvSpPr>
        <p:spPr>
          <a:xfrm>
            <a:off x="731520" y="4489704"/>
            <a:ext cx="182880" cy="18288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4348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性价比高，免费额度充足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371600"/>
            <a:ext cx="5349240" cy="508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164592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855F7"/>
                </a:solidFill>
                <a:latin typeface="Microsoft YaHei"/>
              </a:defRPr>
            </a:pPr>
            <a:r>
              <a:t>Vidu Q3（生数科技）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60" y="2148840"/>
            <a:ext cx="137160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37960" y="247802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2423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核心：16秒音画同步直出（行业首创）</a:t>
            </a:r>
          </a:p>
        </p:txBody>
      </p:sp>
      <p:sp>
        <p:nvSpPr>
          <p:cNvPr id="28" name="Oval 27"/>
          <p:cNvSpPr/>
          <p:nvPr/>
        </p:nvSpPr>
        <p:spPr>
          <a:xfrm>
            <a:off x="6537960" y="298094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2926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强项：口型同步 + 多角色对话 + 叙事理解</a:t>
            </a:r>
          </a:p>
        </p:txBody>
      </p:sp>
      <p:sp>
        <p:nvSpPr>
          <p:cNvPr id="30" name="Oval 29"/>
          <p:cNvSpPr/>
          <p:nvPr/>
        </p:nvSpPr>
        <p:spPr>
          <a:xfrm>
            <a:off x="6537960" y="348386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0" y="3429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适合：对话场景、叙事类漫剧</a:t>
            </a:r>
          </a:p>
        </p:txBody>
      </p:sp>
      <p:sp>
        <p:nvSpPr>
          <p:cNvPr id="32" name="Oval 31"/>
          <p:cNvSpPr/>
          <p:nvPr/>
        </p:nvSpPr>
        <p:spPr>
          <a:xfrm>
            <a:off x="6537960" y="398678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0" y="3931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定位："对话场景首选"</a:t>
            </a:r>
          </a:p>
        </p:txBody>
      </p:sp>
      <p:sp>
        <p:nvSpPr>
          <p:cNvPr id="34" name="Oval 33"/>
          <p:cNvSpPr/>
          <p:nvPr/>
        </p:nvSpPr>
        <p:spPr>
          <a:xfrm>
            <a:off x="6537960" y="448970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0" y="44348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三大主体库：叙事/画面/音频模板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9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海螺AI物理仿真优势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布料仿真：衣服褶皱、飘动、摆动效果行业最自然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290572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290572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473452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47345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4643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头发仿真：长发飘动、发丝分离、风吹效果逼真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00984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00984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483864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48386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流体仿真：水面波纹、雨水飞溅、烟雾扩散效果优秀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311396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311396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4494276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49427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4851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刚体碰撞：物体碰撞、弹跳、碎裂效果自然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提示词中需明确添加物理效果关键词：「长发随风飘动」「裙摆被风吹起」「水花四溅」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9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Vidu Q3 音画同步革命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16秒音画直出：视频+配音+音效一次生成，省去后期配音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290572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290572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473452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47345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4643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口型同步：角色口型与语音自动对齐，对话场景真实感大幅提升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00984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00984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483864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48386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多角色对话：支持2-3个角色同屏对话，原生支持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311396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311396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4494276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49427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4851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剧本生视频：直接输入对话剧本，AI自动生成带语音的视频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语音情感控制：支持愤怒/悲伤/喜悦/平静等情感标注，语速和停顿可调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9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四大视频生成工具能力矩阵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维度</a:t>
                      </a:r>
                    </a:p>
                  </a:txBody>
                  <a:tcPr anchor="ctr">
                    <a:solidFill>
                      <a:srgbClr val="FFB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可灵AI</a:t>
                      </a:r>
                    </a:p>
                  </a:txBody>
                  <a:tcPr anchor="ctr">
                    <a:solidFill>
                      <a:srgbClr val="FFB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Seedance 2.0</a:t>
                      </a:r>
                    </a:p>
                  </a:txBody>
                  <a:tcPr anchor="ctr">
                    <a:solidFill>
                      <a:srgbClr val="FFB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海螺AI</a:t>
                      </a:r>
                    </a:p>
                  </a:txBody>
                  <a:tcPr anchor="ctr">
                    <a:solidFill>
                      <a:srgbClr val="FFB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Vidu Q3</a:t>
                      </a:r>
                    </a:p>
                  </a:txBody>
                  <a:tcPr anchor="ctr">
                    <a:solidFill>
                      <a:srgbClr val="FFB8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核心优势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物理仿真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多模态参考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高难度动作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音画直出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最佳场景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普通动态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参考驱动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打斗舞蹈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对话叙事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音画同步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Draft模式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角色一致性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最大时长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10秒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10秒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10秒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16秒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9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💡 工具选型决策树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10698480" cy="29260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63040"/>
            <a:ext cx="10698480" cy="635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463040"/>
            <a:ext cx="63500" cy="292608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20" y="1737360"/>
            <a:ext cx="731520" cy="73152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192024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5F7FC"/>
                </a:solidFill>
                <a:latin typeface="Microsoft YaHei"/>
              </a:defRPr>
            </a:pPr>
            <a:r>
              <a:t>根据镜头类型选择最优工具：对话→Vidu / 动作→海螺AI / 参考驱动→Seedance / 简单动态→可灵AI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1A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663440"/>
            <a:ext cx="50800" cy="1463040"/>
          </a:xfrm>
          <a:prstGeom prst="rect">
            <a:avLst/>
          </a:prstGeom>
          <a:solidFill>
            <a:srgbClr val="5C6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800600"/>
            <a:ext cx="9875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典型漫剧工具分配比例：Vidu Q3 40-50%（对话为主）、Seedance 2.0 25-30%（日常动态+角色一致）、海螺AI 15-20%（动作场景）、可灵AI 10-15%（空镜头）。多工具协作需统一角色关键帧，后期统一调色确保一致性。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9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多工具协作工作流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658368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08176"/>
            <a:ext cx="365760" cy="36576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081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即梦AI生成所有关键帧图片（角色基准图 + 场景母版图 + 各镜头关键帧）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" y="1938528"/>
            <a:ext cx="19050" cy="14630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084832"/>
            <a:ext cx="73152" cy="65836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2212848"/>
            <a:ext cx="365760" cy="36576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21284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217627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按镜头类型分配工具：对话→Vidu / 动作→海螺AI / 日常→Seedance / 空镜→可灵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7824" y="2743200"/>
            <a:ext cx="19050" cy="14630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889504"/>
            <a:ext cx="73152" cy="658368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13232" y="3017520"/>
            <a:ext cx="365760" cy="36576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30175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61872" y="298094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各工具分别生成视频片段，Seedance使用Draft模式预览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7824" y="3547872"/>
            <a:ext cx="19050" cy="146304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3694176"/>
            <a:ext cx="73152" cy="658368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3232" y="3822192"/>
            <a:ext cx="365760" cy="36576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3822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1872" y="378561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批量高清渲染，下载所有片段并按镜头编号命名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" y="4352544"/>
            <a:ext cx="19050" cy="146304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498848"/>
            <a:ext cx="73152" cy="65836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13232" y="4626864"/>
            <a:ext cx="365760" cy="36576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462686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61872" y="459028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导入剪映：按分镜排列 → 统一调色 → 添加BGM/音效/字幕 → 导出成片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426464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用海螺AI生成一个有头发飘动和布料飘动效果的视频片段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2231136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21762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17627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用海螺AI分别生成打斗、舞蹈、跑步三种动作场景，对比物理效果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3035808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298094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98094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用Vidu Q3剧本生视频生成一段2人对话的视频片段，检查口型同步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3840480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3785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7856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用Vidu的正反打镜头法，将对话场景拆分为多个单人镜头后拼接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" y="4645152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5902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59028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使用Vidu主体库的叙事/画面/音频模板，在30分钟内完成一个对话场景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080" y="5449824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5394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394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为你漫剧的15个镜头制定工具选择计划，计算预计成本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952847" y="1508760"/>
            <a:ext cx="2286000" cy="2286000"/>
          </a:xfrm>
          <a:prstGeom prst="ellipse">
            <a:avLst/>
          </a:prstGeom>
          <a:solidFill>
            <a:srgbClr val="C3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90007" y="1645920"/>
            <a:ext cx="2011680" cy="201168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90007" y="19202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5F7FC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93192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5F7FC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754880"/>
            <a:ext cx="2103120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0" y="4754880"/>
            <a:ext cx="701040" cy="38100"/>
          </a:xfrm>
          <a:prstGeom prst="rect">
            <a:avLst/>
          </a:prstGeom>
          <a:solidFill>
            <a:srgbClr val="FFD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A8B8D0"/>
                </a:solidFill>
                <a:latin typeface="Microsoft YaHei"/>
              </a:defRPr>
            </a:pPr>
            <a:r>
              <a:t>下一模块：角色一致性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