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371600"/>
            <a:ext cx="5943600" cy="45720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28600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模块七：Seedance 2.0深度精通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4023360"/>
            <a:ext cx="274320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438912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BD5E8"/>
                </a:solidFill>
                <a:latin typeface="Microsoft YaHei"/>
              </a:defRPr>
            </a:pPr>
            <a:r>
              <a:t>8课时 · 参考驱动与角色档案系统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5669280"/>
            <a:ext cx="5943600" cy="64008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7C3AED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7C3AED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7C3AED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7C3AED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002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Seedance 2.0核心优势与定位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9120" y="16002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多模态参考系统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92440" y="16002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角色档案系统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283464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Draft模式低成本试错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89120" y="283464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348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抽卡率优化系统方法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5528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92440" y="283464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即梦AI+Seedance整合工作流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384048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85800" y="406908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4069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0160" y="40233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武侠/动作漫剧实战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51960" y="384048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389120" y="406908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0" y="4069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80" y="40233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实战项目：精品漫剧全流程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模块07：Seedance 2.0深度精通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Seedance 2.0 vs 可灵AI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371600"/>
            <a:ext cx="5486400" cy="48463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54864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Microsoft YaHei"/>
              </a:defRPr>
            </a:pPr>
            <a:r>
              <a:t>Seedance 2.0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94560"/>
            <a:ext cx="137160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254203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46888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核心：参考驱动 + 角色档案 + Draft模式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13639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06324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适合：漫剧批量生产、角色一致性要求高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73075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5760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生态：即梦AI + 剪映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32511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2519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抽卡率：70-90%（使用Draft后）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491947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84632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特色：所见即所得的参考视频驱动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371600"/>
            <a:ext cx="5486400" cy="48463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1371600"/>
            <a:ext cx="54864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Microsoft YaHei"/>
              </a:defRPr>
            </a:pPr>
            <a:r>
              <a:t>可灵AI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2194560"/>
            <a:ext cx="137160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83680" y="254203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03720" y="246888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核心：文生视频质量高、创意发挥强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13639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03720" y="306324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适合：创意短片、单镜头精品视频</a:t>
            </a:r>
          </a:p>
        </p:txBody>
      </p:sp>
      <p:sp>
        <p:nvSpPr>
          <p:cNvPr id="28" name="Oval 27"/>
          <p:cNvSpPr/>
          <p:nvPr/>
        </p:nvSpPr>
        <p:spPr>
          <a:xfrm>
            <a:off x="6583680" y="373075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365760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生态：快影 + 快手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0" y="432511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03720" y="42519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抽卡率：40-50%</a:t>
            </a:r>
          </a:p>
        </p:txBody>
      </p:sp>
      <p:sp>
        <p:nvSpPr>
          <p:cNvPr id="32" name="Oval 31"/>
          <p:cNvSpPr/>
          <p:nvPr/>
        </p:nvSpPr>
        <p:spPr>
          <a:xfrm>
            <a:off x="6583680" y="491947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03720" y="484632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特色：物理仿真、深度运动控制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模块07：Seedance 2.0深度精通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多模态参考系统核心原理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27432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1069848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645920"/>
            <a:ext cx="109728" cy="27432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7C3AED"/>
                </a:solidFill>
                <a:latin typeface="Microsoft YaHei"/>
              </a:defRPr>
            </a:pPr>
            <a:r>
              <a:t>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965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  <a:latin typeface="Microsoft YaHei"/>
              </a:defRPr>
            </a:pPr>
            <a:r>
              <a:t>核心要点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560320"/>
            <a:ext cx="9784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参考视频（真人/动画）+ 角色关键帧 + 提示词 → AI视频输出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754880"/>
            <a:ext cx="10698480" cy="1371600"/>
          </a:xfrm>
          <a:prstGeom prst="roundRect">
            <a:avLst/>
          </a:prstGeom>
          <a:solidFill>
            <a:srgbClr val="1A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754880"/>
            <a:ext cx="73152" cy="1371600"/>
          </a:xfrm>
          <a:prstGeom prst="rect">
            <a:avLst/>
          </a:prstGeom>
          <a:solidFill>
            <a:srgbClr val="6B7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892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核心思想是给AI一段"示范视频"，让AI角色模仿视频中的动作。参考视频提供动作模板，角色关键帧提供角色形象，提示词补充场景/光线/氛围等静态元素。动作描述交给参考视频，提示词不需要详细描述动作。参考强度建议60-80%，过高会丢失角色特征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模块07：Seedance 2.0深度精通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角色档案系统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核心价值：建立多角度参考图集，所有镜头共享同一档案，跨镜头角色一致性达商用水平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参考图集要求：角度参考3-5张 + 表情参考3-5张 + 光照参考2-3张 + 全身/半身2-3张，共10-15张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角色参数：角色权重70-85%、面部锁定开启、服装锁定开启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使用方式：创作界面选择角色档案 → 上传首帧 → 添加参考视频 → 生成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多角色同框：同时选择多个角色档案，或分步生成后后期合成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模块07：Seedance 2.0深度精通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Draft模式成本对比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流程</a:t>
                      </a:r>
                    </a:p>
                  </a:txBody>
                  <a:tcPr anchor="ctr"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尝试次数</a:t>
                      </a:r>
                    </a:p>
                  </a:txBody>
                  <a:tcPr anchor="ctr"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每次成本</a:t>
                      </a:r>
                    </a:p>
                  </a:txBody>
                  <a:tcPr anchor="ctr"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总成本</a:t>
                      </a:r>
                    </a:p>
                  </a:txBody>
                  <a:tcPr anchor="ctr">
                    <a:solidFill>
                      <a:srgbClr val="7C3AED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传统全高清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5次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¥1.0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¥5.0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Draft模式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5次Draft + 1次高清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5×¥0.1 + ¥1.0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¥1.5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节省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¥3.5（70%）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模块07：Seedance 2.0深度精通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抽卡率优化五大方法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精准提示词法：包含角色外貌+动作+场景+光线+镜头+风格六大要素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参考视频驱动法：首帧+参考视频组合可达80-95%可用率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分步生成法：复杂镜头拆分为简单步骤，降低单次生成复杂度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参数调优法：参考强度60-80%、运动幅度中等、时长3-5秒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Draft预览法：480P快速迭代，确认后再渲染1080P，成本降低60%+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模块07：Seedance 2.0深度精通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即梦AI → Seedance 2.0 全链路流程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73152" cy="685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81328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8132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4630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在即梦AI中生成角色基准图、场景母版图、各镜头关键帧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057400"/>
            <a:ext cx="25400" cy="1371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19456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194560"/>
            <a:ext cx="73152" cy="685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20" y="2304288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30428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2860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下载所有关键帧图片，按镜头编号命名保存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880360"/>
            <a:ext cx="25400" cy="1371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" y="301752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017520"/>
            <a:ext cx="73152" cy="6858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520" y="3127248"/>
            <a:ext cx="411480" cy="41148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1272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108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在Seedance 2.0中为每个主要角色创建角色档案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3703320"/>
            <a:ext cx="25400" cy="137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384048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840480"/>
            <a:ext cx="73152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520" y="39502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950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39319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逐镜头上传关键帧作为首帧，添加参考视频（可选）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4526280"/>
            <a:ext cx="25400" cy="137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7200" y="466344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663440"/>
            <a:ext cx="73152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31520" y="477316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47731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47548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输入提示词（描述场景/光线/氛围，动作交给参考视频）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349240"/>
            <a:ext cx="25400" cy="1371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57200" y="54864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5486400"/>
            <a:ext cx="73152" cy="685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31520" y="5596128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59612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" y="55778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Draft模式预览 → 选择最佳版本 → 渲染1080P高清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模块07：Seedance 2.0深度精通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武侠/动作场景生成要点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参考视频选择：武术教学视频、武术比赛表演、武打电影慢动作（动作清晰、背景简洁）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复杂动作拆分：连招分解为多个2-3秒片段，剪映中拼接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镜头节奏：慢(蓄力2-3秒) → 快(交锋1-2秒) → 慢(关键一击) → 快(连续过招) → 慢(胜负分晓)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物理效果强调：头发飘动、衣袂飞扬、剑光残影、粒子效果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抽卡率较低（50-70%），建议分步生成+快速镜头切换掩盖瑕疵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模块07：Seedance 2.0深度精通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4630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为3种常见动作（走路、对话、转身）各准备一段参考视频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9456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33172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2860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创建一个完整的角色档案（至少10张参考图），测试跨镜头一致性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01752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315468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108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10896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用Draft模式测试同一镜头的3种参考强度（50%/70%/90%），对比效果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4048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397764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93192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为漫剧前5个镜头完成从关键帧到动态视频的Draft→高清全流程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6344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480060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4754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475488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生成3个不同角度的武侠打斗片段，在剪映中组合成完整打斗序列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4864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0080" y="562356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577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55778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统计项目抽卡率，建立Draft记录表，优化生产流程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模块07：Seedance 2.0深度精通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0" y="1371600"/>
            <a:ext cx="2103120" cy="21031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0" y="164592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0">
                <a:solidFill>
                  <a:srgbClr val="FFFFFF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754880"/>
            <a:ext cx="21031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BD5E8"/>
                </a:solidFill>
                <a:latin typeface="Microsoft YaHei"/>
              </a:defRPr>
            </a:pPr>
            <a:r>
              <a:t>下一模块：海螺AI与Vidu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