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A855F7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C6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A855F7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核心：参考驱动 + 角色档案 + Draft模式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适合：漫剧批量生产、角色一致性要求高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生态：即梦AI + 剪映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抽卡率：70-90%（使用Draft后）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特色：所见即所得的参考视频驱动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核心：文生视频质量高、创意发挥强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适合：创意短片、单镜头精品视频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生态：快影 + 快手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抽卡率：40-50%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特色：物理仿真、深度运动控制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多模态参考系统核心原理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802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6C19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C67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