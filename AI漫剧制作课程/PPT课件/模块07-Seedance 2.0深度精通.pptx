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254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F0F4FC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4FC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31920"/>
            <a:ext cx="1371600" cy="1905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0" y="1371600"/>
            <a:ext cx="5943600" cy="41148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0" y="13716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4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37744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0F4FC"/>
                </a:solidFill>
                <a:latin typeface="Microsoft YaHei"/>
              </a:defRPr>
            </a:pPr>
            <a:r>
              <a:t>模块七：Seedance 2.0深度精通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4023360"/>
            <a:ext cx="228600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43891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8课时 · 参考驱动与角色档案系统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5486400"/>
            <a:ext cx="5943600" cy="59436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B5CF6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B5CF6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B5CF6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B5CF6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1572768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Seedance 2.0核心优势与定位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61688" y="1572768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多模态参考系统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19288" y="1572768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角色档案系统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4088" y="2807208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Draft模式低成本试错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361688" y="2807208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616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抽卡率优化系统方法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019288" y="2807208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92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即梦AI+Seedance整合工作流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384048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04088" y="4041648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武侠/动作漫剧实战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51960" y="384048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361688" y="4041648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61688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实战项目：精品漫剧全流程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Seedance 2.0 vs 可灵AI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  <a:latin typeface="Microsoft YaHei"/>
              </a:defRPr>
            </a:pPr>
            <a:r>
              <a:t>Seedance 2.0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103120"/>
            <a:ext cx="1097280" cy="25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243230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核心：参考驱动 + 角色档案 + Draft模式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3522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适合：漫剧批量生产、角色一致性要求高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43814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生态：即梦AI + 剪映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94106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抽卡率：70-90%（使用Draft后）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44398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3891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特色：所见即所得的参考视频驱动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  <a:latin typeface="Microsoft YaHei"/>
              </a:defRPr>
            </a:pPr>
            <a:r>
              <a:t>可灵AI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2103120"/>
            <a:ext cx="1097280" cy="25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37960" y="243230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核心：文生视频质量高、创意发挥强</a:t>
            </a:r>
          </a:p>
        </p:txBody>
      </p:sp>
      <p:sp>
        <p:nvSpPr>
          <p:cNvPr id="27" name="Oval 26"/>
          <p:cNvSpPr/>
          <p:nvPr/>
        </p:nvSpPr>
        <p:spPr>
          <a:xfrm>
            <a:off x="6537960" y="293522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适合：创意短片、单镜头精品视频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343814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生态：快影 + 快手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394106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抽卡率：40-50%</a:t>
            </a:r>
          </a:p>
        </p:txBody>
      </p:sp>
      <p:sp>
        <p:nvSpPr>
          <p:cNvPr id="33" name="Oval 32"/>
          <p:cNvSpPr/>
          <p:nvPr/>
        </p:nvSpPr>
        <p:spPr>
          <a:xfrm>
            <a:off x="6537960" y="444398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43891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特色：物理仿真、深度运动控制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💡 多模态参考系统核心原理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698480" cy="50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920240"/>
            <a:ext cx="9784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参考视频（真人/动画）+ 角色关键帧 + 提示词 → AI视频输出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C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607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核心思想是给AI一段"示范视频"，让AI角色模仿视频中的动作。参考视频提供动作模板，角色关键帧提供角色形象，提示词补充场景/光线/氛围等静态元素。动作描述交给参考视频，提示词不需要详细描述动作。参考强度建议60-80%，过高会丢失角色特征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角色档案系统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核心价值：建立多角度参考图集，所有镜头共享同一档案，跨镜头角色一致性达商用水平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743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743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8031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8031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574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参考图集要求：角度参考3-5张 + 表情参考3-5张 + 光照参考2-3张 + 全身/半身2-3张，共10-15张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1470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470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角色参数：角色权重70-85%、面部锁定开启、服装锁定开启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3197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3197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51485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1485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49199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使用方式：创作界面选择角色档案 → 上传首帧 → 添加参考视频 → 生成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多角色同框：同时选择多个角色档案，或分步生成后后期合成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Draft模式成本对比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流程</a:t>
                      </a:r>
                    </a:p>
                  </a:txBody>
                  <a:tcPr anchor="ctr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尝试次数</a:t>
                      </a:r>
                    </a:p>
                  </a:txBody>
                  <a:tcPr anchor="ctr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每次成本</a:t>
                      </a:r>
                    </a:p>
                  </a:txBody>
                  <a:tcPr anchor="ctr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总成本</a:t>
                      </a:r>
                    </a:p>
                  </a:txBody>
                  <a:tcPr anchor="ctr">
                    <a:solidFill>
                      <a:srgbClr val="8B5C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传统全高清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5次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¥1.0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¥5.0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Draft模式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5次Draft + 1次高清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5×¥0.1 + ¥1.0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¥1.5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节省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¥3.5（70%）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抽卡率优化五大方法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精准提示词法：包含角色外貌+动作+场景+光线+镜头+风格六大要素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743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743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8031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8031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574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参考视频驱动法：首帧+参考视频组合可达80-95%可用率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1470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470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分步生成法：复杂镜头拆分为简单步骤，降低单次生成复杂度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3197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3197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51485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1485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49199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参数调优法：参考强度60-80%、运动幅度中等、时长3-5秒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Draft预览法：480P快速迭代，确认后再渲染1080P，成本降低60%+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即梦AI → Seedance 2.0 全链路流程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5836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399032"/>
            <a:ext cx="365760" cy="36576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在即梦AI中生成角色基准图、场景母版图、各镜头关键帧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1938528"/>
            <a:ext cx="19050" cy="14630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4832"/>
            <a:ext cx="54864" cy="65836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2203704"/>
            <a:ext cx="365760" cy="3657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20370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1762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下载所有关键帧图片，按镜头编号命名保存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" y="2743200"/>
            <a:ext cx="19050" cy="14630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889504"/>
            <a:ext cx="54864" cy="658368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3008376"/>
            <a:ext cx="365760" cy="36576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0083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29809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在Seedance 2.0中为每个主要角色创建角色档案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0392" y="3547872"/>
            <a:ext cx="19050" cy="146304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694176"/>
            <a:ext cx="54864" cy="6583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5800" y="3813048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8130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37856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逐镜头上传关键帧作为首帧，添加参考视频（可选）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0392" y="4352544"/>
            <a:ext cx="19050" cy="14630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498848"/>
            <a:ext cx="54864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800" y="461772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6177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4590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输入提示词（描述场景/光线/氛围，动作交给参考视频）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0392" y="5157216"/>
            <a:ext cx="19050" cy="14630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303520"/>
            <a:ext cx="54864" cy="65836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85800" y="5422392"/>
            <a:ext cx="365760" cy="36576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4223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40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Draft模式预览 → 选择最佳版本 → 渲染1080P高清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武侠/动作场景生成要点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参考视频选择：武术教学视频、武术比赛表演、武打电影慢动作（动作清晰、背景简洁）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743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743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8031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8031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574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复杂动作拆分：连招分解为多个2-3秒片段，剪映中拼接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1470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470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镜头节奏：慢(蓄力2-3秒) → 快(交锋1-2秒) → 慢(关键一击) → 快(连续过招) → 慢(胜负分晓)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3197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3197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51485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1485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49199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物理效果强调：头发飘动、衣袂飞扬、剑光残影、粒子效果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抽卡率较低（50-70%），建议分步生成+快速镜头切换掩盖瑕疵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42646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为3种常见动作（走路、对话、转身）各准备一段参考视频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231136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创建一个完整的角色档案（至少10张参考图），测试跨镜头一致性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35808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用Draft模式测试同一镜头的3种参考强度（50%/70%/90%），对比效果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840480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为漫剧前5个镜头完成从关键帧到动态视频的Draft→高清全流程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645152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生成3个不同角度的武侠打斗片段，在剪映中组合成完整打斗序列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544982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394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统计项目抽卡率，建立Draft记录表，优化生产流程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181447" y="1645920"/>
            <a:ext cx="1828800" cy="18288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81447" y="192024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0F4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663440"/>
            <a:ext cx="2103120" cy="25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下一模块：海螺AI与Vidu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