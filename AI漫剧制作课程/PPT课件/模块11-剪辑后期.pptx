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模块11：剪辑与后期——剪映专业版全流程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6课时 · 掌握剪映核心功能、剪辑节奏设计、画面修复与调色统一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剪映专业版AI功能全解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漫剧剪辑节奏设计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剪映AI配音实战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画面修复与增强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调色与视觉风格统一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从素材到成片的完整流程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剪映专业版核心AI功能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漫剧应用场景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智能字幕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自动识别语音生成字幕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对白字幕/旁白字幕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AI混剪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自动匹配画面与音频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快速粗剪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自动踩点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BGM节拍自动标记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卡点视频/动作场景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AI修复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提升画质、去噪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画质增强/瑕疵修复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AI配音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文本转语音+音色克隆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角色对白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前3秒法则——决定完播率的关键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第1秒视觉冲击 → 第2秒情绪建立 → 第3秒信息传达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第1秒用震撼画面/冲突场景抓住注意力；第2秒呈现核心冲突激发好奇心；第3秒告诉用户"这是什么故事"建立观看预期。避免缓慢开场，必须在3秒内留下继续观看的理由。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5分钟漫剧节奏模板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00:00-00:03 钩子开场（吸引注意力）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00:03-00:10 上集回顾/背景铺垫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00:10-01:30 剧情推进A（建立矛盾）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01:30-01:35 小高潮/转折点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01:35-03:00 剧情推进B（矛盾升级）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03:00-04:30 高潮段落（爽点爆发）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不同场景的剪辑节奏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快节奏场景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动作场景：镜头1-3秒，快切/闪白转场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搞笑场景：镜头1-2秒，快切/定格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悬疑场景：镜头2-4秒，黑场/闪回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追逐场景：镜头1-2秒，快速剪辑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慢节奏场景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对话场景：镜头3-5秒，硬切/淡入淡出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情感场景：镜头4-6秒，慢dissolve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回忆场景：镜头3-5秒，柔焦/慢动作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日常场景：镜头3-4秒，自然过渡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AI视频常见瑕疵与修复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闪烁：画面明暗跳动 → AI去闪烁功能，预防：降低运动幅度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变形：角色形状异常 → 裁剪或重新生成，预防：简化动作描述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模糊：画面不清晰 → AI超分辨率，预防：使用1080P输出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抖动：镜头不稳定 → 视频稳定功能，预防：使用固定镜头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穿模：身体部位重叠 → 裁剪或重新生成，预防：降低运动幅度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色彩失真：颜色不准确 → 调色修复，预防：提示词指定色调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常见风格调色参数速查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风格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色温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对比度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饱和度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偏冷 -10~-20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中高 +15~+25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 +5~+10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神秘仙气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都市/现代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自然 0~+5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中高 +10~+15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清新明亮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古风/武侠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偏暖 +5~+15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中低 -5~+5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古朴典雅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赛博朋克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偏冷 -15~-25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高 +20~+30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高 +15~+25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科幻霓虹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从素材到成片的完整流程（约60分钟）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整理素材（5分钟）：按镜头编号命名，整理配音/BGM/音效文件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粗剪（10分钟）：按分镜脚本排列视频片段，确定大致时长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精剪（15分钟）：调整入出点，添加转场，调整衔接节奏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音频处理（10分钟）：添加配音/BGM/音效，音量平衡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字幕与特效（10分钟）：智能字幕+拟声字特效+画面特效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6400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调色（5分钟）：统一画面色调，应用滤镜预设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各平台导出参数速查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抖音/快手：1080×1920竖屏，30fps，8-10Mbps，H.264编码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B站：1920×1080横屏，24fps，10-12Mbps，H.264编码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红果：1080×1920竖屏，30fps，8-10Mbps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YouTube：1920×1080横屏，30fps，12-15Mbps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音频统一：AAC 320kbps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文件命名：[项目名]_[集数]_[版本]_[日期].mp4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使用剪映智能字幕功能为一集漫剧生成对白字幕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为漫剧设计3种不同的前3秒开场方案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使用AI修复功能修复视频中的闪烁和模糊问题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创建玄幻/都市/古风3种不同风格的调色预设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完成一集漫剧的完整剪辑（粗剪→精剪→音频→字幕→调色→导出）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下一模块：一站式AI漫剧平台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