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前3秒法则——决定完播率的关键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6B35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动作场景：镜头1-3秒，快切/闪白转场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搞笑场景：镜头1-2秒，快切/定格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悬疑场景：镜头2-4秒，黑场/闪回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追逐场景：镜头1-2秒，快速剪辑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对话场景：镜头3-5秒，硬切/淡入淡出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情感场景：镜头4-6秒，慢dissolve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回忆场景：镜头3-5秒，柔焦/慢动作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日常场景：镜头3-4秒，自然过渡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模块11：剪辑后期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