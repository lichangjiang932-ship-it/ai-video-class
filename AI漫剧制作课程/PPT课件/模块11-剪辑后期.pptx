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前3秒法则——决定完播率的关键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7160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3487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887582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7582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1979022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97902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95616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95005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495005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586445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586445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56358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102428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102428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193868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19386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1710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709851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709851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3801291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801291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3778431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317274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317274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4408714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40871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438585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924697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924697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016137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016137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4993277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04:30-04:50 大反转/高潮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532120"/>
            <a:ext cx="11247120" cy="50292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532120"/>
            <a:ext cx="54864" cy="50292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5800" y="562356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56235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56007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04:50-05:00 结尾钩子（下集预告）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7A35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动作场景：镜头1-3秒，快切/闪白转场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搞笑场景：镜头1-2秒，快切/定格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悬疑场景：镜头2-4秒，黑场/闪回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追逐场景：镜头1-2秒，快速剪辑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对话场景：镜头3-5秒，硬切/淡入淡出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情感场景：镜头4-6秒，慢dissolve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回忆场景：镜头3-5秒，柔焦/慢动作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日常场景：镜头3-4秒，自然过渡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