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输入：静态图片 + 文本描述（可选）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画面受原图约束，一致性更好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适合已有角色设定图的动态化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推荐分辨率：≥1024×1024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运动幅度：低/中/高可调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输入：纯文本提示词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创意自由度高，完全由提示词决定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适合全新概念探索与灵感激发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核心公式：主体+运动+场景+镜头+光影+氛围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细粒度提示词（100-200字）效果最佳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提示词核心公式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