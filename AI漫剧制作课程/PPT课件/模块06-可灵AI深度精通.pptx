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6CAC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模块六：可灵AI深度精通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8课时 · 从平台认知到动作类漫剧实战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070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070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070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070FF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可灵AI 3.0全面解析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图生视频核心操作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文生视频提示词公式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高级运动控制（运动笔刷·动作大师）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1080p高清输出与画质优化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首尾帧精准控制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688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打斗场景实战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063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实战项目：一集动作类漫剧全流程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🚀 可灵AI 3.0 核心参数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3070FF"/>
                </a:solidFill>
                <a:latin typeface="Microsoft YaHei"/>
              </a:defRPr>
            </a:pPr>
            <a:r>
              <a:t>1080p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30fps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输出分辨率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↑ 影像级画质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3070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61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61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最大时长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6140" y="365760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↑ 较上代x4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3070FF"/>
                </a:solidFill>
                <a:latin typeface="Microsoft YaHei"/>
              </a:defRPr>
            </a:pPr>
            <a:r>
              <a:t>3.0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版本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物理仿真引擎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14800"/>
            <a:ext cx="24460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05060"/>
                </a:solidFill>
                <a:latin typeface="Microsoft YaHei"/>
              </a:defRPr>
            </a:pPr>
            <a:r>
              <a:t>人体动力学+环境交互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1140" y="146304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3070FF"/>
                </a:solidFill>
                <a:latin typeface="Microsoft YaHei"/>
              </a:defRPr>
            </a:pPr>
            <a:r>
              <a:t>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1140" y="265176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505060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10896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0F0F5"/>
                </a:solidFill>
                <a:latin typeface="Microsoft YaHei"/>
              </a:defRPr>
            </a:pPr>
            <a:r>
              <a:t>动作准确率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21140" y="3657600"/>
            <a:ext cx="24460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080"/>
                </a:solidFill>
                <a:latin typeface="Microsoft YaHei"/>
              </a:defRPr>
            </a:pPr>
            <a:r>
              <a:t>↑ 多物体协同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可灵AI 3.0 技术突破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基于 All-in-one 多模态输入输出一体化理念，2026年1月全球上线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三大模型：视频3.0 / 视频3.0 Omni / 图片3.0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物理仿真深度升级：人体动力学、环境交互、多物体协同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影像级输出：1080p / 30fps / 最长2分钟 / 多宽高比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覆盖影视制作全流程：图片生成 → 视频生成 → 视频编辑 → 后期处理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图生视频 vs 文生视频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070FF"/>
                </a:solidFill>
                <a:latin typeface="Microsoft YaHei"/>
              </a:defRPr>
            </a:pPr>
            <a:r>
              <a:t>图生视频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输入：静态图片 + 文本描述（可选）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画面受原图约束，一致性更好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适合已有角色设定图的动态化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推荐分辨率：≥1024×1024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运动幅度：低/中/高可调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文生视频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输入：纯文本提示词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创意自由度高，完全由提示词决定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适合全新概念探索与灵感激发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核心公式：主体+运动+场景+镜头+光影+氛围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细粒度提示词（100-200字）效果最佳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提示词 = 主体(描述) + 运动 + 场景(描述) + 镜头语言 + 光影 + 氛围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各要素详解：主体指视频中的主要对象及其外貌服饰姿态；运动指主体的动作状态；场景指所处环境及细节；镜头语言指摄影机角度和运动（特写/跟拍/航拍等）；光影指光线效果（逆光/暖色调等）；氛围指整体情感基调（紧张/温馨/史诗感）。漫剧制作建议使用细粒度提示词，精确描述角色外观、动作和场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运动控制系统层级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控制方式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3070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Level 1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提示词控制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基础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通过文字描述运动方向和幅度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Level 2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运动笔刷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精准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在画面上直接绘制运动轨迹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Level 3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动作大师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专业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人体骨骼级动作控制/参考视频迁移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Level 4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首尾帧控制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高级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精确控制起始帧与结束帧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首尾帧控制工作流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准备起始帧图片（上一段视频最后一帧截图或设计稿）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7984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8483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准备结束帧图片（下一段视频第一帧或目标姿态）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62656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89504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89504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进入可灵AI「图生视频」→ 启用「首尾帧控制」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767328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94176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94176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分别上传起始帧和结束帧，设置过渡参数（时长3-5秒）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572000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498848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9884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添加过渡描述提示词（如"人物从站立缓缓坐下"）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76672"/>
            <a:ext cx="45720" cy="50292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365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070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303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生成并验证过渡自然度，必要时调整参数重新生成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打斗场景生成策略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提示词公式：角色A动作 + 角色B反应 + 镜头运动 + 画面风格 + 氛围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复杂动作分解为多个3-5秒短片段，用首尾帧衔接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常用镜头：低角度仰拍（气势）、跟拍（速度感）、环绕（紧张感）、慢动作（关键时刻）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参数推荐：模型3.0 / 30fps / 1080p / 运动幅度中-高 / 每次生成4个版本选优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节奏控制：快节奏3秒高运动 / 中节奏5秒中运动 / 慢节奏5-10秒低运动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实战项目：《剑客对决》分镜规划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项目目标：完成约2-3分钟动作类漫剧，16个视频片段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角色设定：白衣剑客（主角）+ 黑衣刺客（对手），各含外貌/服装/武器详细描述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分镜结构：开场(2片段) → 铺垫(2片段) → 对峙(2片段) → 高潮打斗(6片段) → 结尾(4片段)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工作流：角色设定图 → 关键帧 → 分片段生成 → 截取末帧 → 首尾帧衔接 → 剪辑合成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质量保障：每片段4版本选优、角色外观检查、光影方向统一、动作衔接验证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注册可灵AI平台，使用提示词模板各生成一段文生视频和图生视频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对同一张角色图分别设置低/中/高运动幅度，对比效果差异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使用运动笔刷为角色图片分别控制头部转动、手臂挥动、身体移动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使用首尾帧控制，将角色的"站"和"坐"两种姿态生成过渡视频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将一个完整打斗动作分解为3个片段，用首尾帧衔接制作连贯动作序列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完成《剑客对决》全部16个片段的生成，剪辑成2-3分钟完整视频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3070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307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下一模块：Seedance 2.0深度精通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