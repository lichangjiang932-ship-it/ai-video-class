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91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B1B3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2E6E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📊  🚀 可灵AI 3.0 核心参数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25781" cy="508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" y="1371600"/>
            <a:ext cx="525780" cy="508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1371600"/>
            <a:ext cx="525780" cy="508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1371600"/>
            <a:ext cx="525780" cy="508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371600"/>
            <a:ext cx="525780" cy="508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E6EFF"/>
                </a:solidFill>
                <a:latin typeface="Microsoft YaHei"/>
              </a:defRPr>
            </a:pPr>
            <a:r>
              <a:t>1080p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30fps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输出分辨率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29200"/>
            <a:ext cx="2171700" cy="320040"/>
          </a:xfrm>
          <a:prstGeom prst="roundRect">
            <a:avLst/>
          </a:prstGeom>
          <a:solidFill>
            <a:srgbClr val="1A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29200"/>
            <a:ext cx="21717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影像级画质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4700" y="1371600"/>
            <a:ext cx="525781" cy="508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0" y="1371600"/>
            <a:ext cx="525780" cy="508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6260" y="1371600"/>
            <a:ext cx="525780" cy="508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92040" y="1371600"/>
            <a:ext cx="525780" cy="508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7820" y="1371600"/>
            <a:ext cx="525780" cy="508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E6E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分钟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最大时长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43300" y="5029200"/>
            <a:ext cx="2171700" cy="320040"/>
          </a:xfrm>
          <a:prstGeom prst="roundRect">
            <a:avLst/>
          </a:prstGeom>
          <a:solidFill>
            <a:srgbClr val="1A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3300" y="5029200"/>
            <a:ext cx="21717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较上代x4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1371600"/>
            <a:ext cx="525781" cy="508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97980" y="1371600"/>
            <a:ext cx="525780" cy="508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23760" y="1371600"/>
            <a:ext cx="525780" cy="508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49540" y="1371600"/>
            <a:ext cx="525780" cy="508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75320" y="1371600"/>
            <a:ext cx="525780" cy="508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E6EFF"/>
                </a:solidFill>
                <a:latin typeface="Microsoft YaHei"/>
              </a:defRPr>
            </a:pPr>
            <a:r>
              <a:t>3.0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版本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物理仿真引擎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人体动力学+环境交互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29700" y="1371600"/>
            <a:ext cx="525781" cy="508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55480" y="1371600"/>
            <a:ext cx="525780" cy="508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81260" y="1371600"/>
            <a:ext cx="525780" cy="508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07040" y="1371600"/>
            <a:ext cx="525780" cy="508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132820" y="1371600"/>
            <a:ext cx="525780" cy="508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E6EFF"/>
                </a:solidFill>
                <a:latin typeface="Microsoft YaHei"/>
              </a:defRPr>
            </a:pPr>
            <a:r>
              <a:t>95%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768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F4"/>
                </a:solidFill>
                <a:latin typeface="Microsoft YaHei"/>
              </a:defRPr>
            </a:pPr>
            <a:r>
              <a:t>动作准确率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58300" y="5029200"/>
            <a:ext cx="2171700" cy="320040"/>
          </a:xfrm>
          <a:prstGeom prst="roundRect">
            <a:avLst/>
          </a:prstGeom>
          <a:solidFill>
            <a:srgbClr val="1A1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8300" y="5029200"/>
            <a:ext cx="21717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多物体协同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EFF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输入：静态图片 + 文本描述（可选）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画面受原图约束，一致性更好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适合已有角色设定图的动态化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推荐分辨率：≥1024×1024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运动幅度：低/中/高可调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输入：纯文本提示词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创意自由度高，完全由提示词决定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适合全新概念探索与灵感激发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核心公式：主体+运动+场景+镜头+光影+氛围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细粒度提示词（100-200字）效果最佳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2E6E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