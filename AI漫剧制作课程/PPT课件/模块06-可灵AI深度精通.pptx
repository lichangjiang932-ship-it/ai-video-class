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📊 🚀 可灵AI 3.0 核心参数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289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8F0"/>
                </a:solidFill>
                <a:latin typeface="Microsoft YaHei"/>
              </a:defRPr>
            </a:pPr>
            <a:r>
              <a:t>1080p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30fps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输出分辨率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94960"/>
            <a:ext cx="2080260" cy="320040"/>
          </a:xfrm>
          <a:prstGeom prst="roundRect">
            <a:avLst/>
          </a:prstGeom>
          <a:solidFill>
            <a:srgbClr val="10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20802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↑ 影像级画质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4700" y="1371600"/>
            <a:ext cx="26289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1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B5CF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1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分钟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80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1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最大时长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89020" y="5394960"/>
            <a:ext cx="2080260" cy="320040"/>
          </a:xfrm>
          <a:prstGeom prst="roundRect">
            <a:avLst/>
          </a:prstGeom>
          <a:solidFill>
            <a:srgbClr val="10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89020" y="5394960"/>
            <a:ext cx="20802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↑ 较上代x4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371600"/>
            <a:ext cx="26289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07A35"/>
                </a:solidFill>
                <a:latin typeface="Microsoft YaHei"/>
              </a:defRPr>
            </a:pPr>
            <a:r>
              <a:t>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版本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物理仿真引擎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人体动力学+环境交互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9700" y="1371600"/>
            <a:ext cx="26289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6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0B981"/>
                </a:solidFill>
                <a:latin typeface="Microsoft YaHei"/>
              </a:defRPr>
            </a:pPr>
            <a:r>
              <a:t>95%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6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5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66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动作准确率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04020" y="5394960"/>
            <a:ext cx="2080260" cy="320040"/>
          </a:xfrm>
          <a:prstGeom prst="roundRect">
            <a:avLst/>
          </a:prstGeom>
          <a:solidFill>
            <a:srgbClr val="10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04020" y="5394960"/>
            <a:ext cx="20802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↑ 多物体协同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F0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输入：静态图片 + 文本描述（可选）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画面受原图约束，一致性更好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适合已有角色设定图的动态化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推荐分辨率：≥1024×1024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运动幅度：低/中/高可调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输入：纯文本提示词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创意自由度高，完全由提示词决定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适合全新概念探索与灵感激发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核心公式：主体+运动+场景+镜头+光影+氛围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细粒度提示词（100-200字）效果最佳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提示词核心公式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