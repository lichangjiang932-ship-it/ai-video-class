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387A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569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📊 🚀 可灵AI 3.0 核心参数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635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5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94960"/>
            <a:ext cx="2171700" cy="347472"/>
          </a:xfrm>
          <a:prstGeom prst="roundRect">
            <a:avLst/>
          </a:prstGeom>
          <a:solidFill>
            <a:srgbClr val="0E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2171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700" y="1371600"/>
            <a:ext cx="262890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4700" y="1371600"/>
            <a:ext cx="876300" cy="635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06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A855F7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6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9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6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43300" y="5394960"/>
            <a:ext cx="2171700" cy="347472"/>
          </a:xfrm>
          <a:prstGeom prst="roundRect">
            <a:avLst/>
          </a:prstGeom>
          <a:solidFill>
            <a:srgbClr val="0E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3300" y="5394960"/>
            <a:ext cx="2171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371600"/>
            <a:ext cx="262890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1371600"/>
            <a:ext cx="876300" cy="635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6D2E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29700" y="1371600"/>
            <a:ext cx="262890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29700" y="1371600"/>
            <a:ext cx="876300" cy="635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21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696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21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04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21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58300" y="5394960"/>
            <a:ext cx="2171700" cy="347472"/>
          </a:xfrm>
          <a:prstGeom prst="roundRect">
            <a:avLst/>
          </a:prstGeom>
          <a:solidFill>
            <a:srgbClr val="0E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5394960"/>
            <a:ext cx="2171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7A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提示词核心公式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3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569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