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FFFFFF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6CACFF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251960"/>
            <a:ext cx="1828800" cy="1905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760720" cy="411480"/>
          </a:xfrm>
          <a:prstGeom prst="round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0" y="137160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0F0F5"/>
                </a:solidFill>
                <a:latin typeface="Microsoft YaHei"/>
              </a:defRPr>
            </a:pPr>
            <a:r>
              <a:t>模块17：综合实战——完整漫剧项目制作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114800"/>
            <a:ext cx="228600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48056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8课时 · 从零到一完成一部完整AI漫剧的全链路实战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577840"/>
            <a:ext cx="5760720" cy="54864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070F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90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070F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070F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8126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070FF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0F5"/>
                </a:solidFill>
                <a:latin typeface="Microsoft YaHei"/>
              </a:defRPr>
            </a:pPr>
            <a:r>
              <a:t>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综合项目启动与选题定位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剧本创作阶段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角色与场景资产建设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063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图像生成阶段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视频生成阶段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音频制作阶段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剪辑成片阶段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063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3063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发布运营阶段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模块17 · 综合实战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项目交付物清单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剧本层：完整剧本（3-5集）+ 分集大纲 + 分镜脚本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资产层：角色资产体系 + 场景资产库 + 道具资产库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制作层：关键帧图像100+张 + 视频片段50+个 + 完整音频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运营层：各平台发布素材 + 数据监控表 + 迭代优化计划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模块17 · 综合实战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选题决策流程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22631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3070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94560"/>
            <a:ext cx="208026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平台数据收集：抖音/快手/B站/红果搜索热门漫剧题材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4388" y="18288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070FF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97580" y="1371600"/>
            <a:ext cx="22631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3070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3589020" y="2194560"/>
            <a:ext cx="208026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7580" y="246888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竞品分析：选择3-5个同题材竞品，记录数据并分析优缺点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1888" y="18288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070FF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371600"/>
            <a:ext cx="22631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3070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46520" y="2194560"/>
            <a:ext cx="208026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246888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用户调研：查看评论区/弹幕/私信了解用户需求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19388" y="18288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070FF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12580" y="1371600"/>
            <a:ext cx="22631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3070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04020" y="2194560"/>
            <a:ext cx="208026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2580" y="246888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决策评分：题材热度 × 竞争程度 × 制作难度 × 变现潜力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模块17 · 综合实战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2026年推荐题材方向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题材</a:t>
                      </a:r>
                    </a:p>
                  </a:txBody>
                  <a:tcPr anchor="ctr">
                    <a:solidFill>
                      <a:srgbClr val="307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热度</a:t>
                      </a:r>
                    </a:p>
                  </a:txBody>
                  <a:tcPr anchor="ctr">
                    <a:solidFill>
                      <a:srgbClr val="307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竞争</a:t>
                      </a:r>
                    </a:p>
                  </a:txBody>
                  <a:tcPr anchor="ctr">
                    <a:solidFill>
                      <a:srgbClr val="307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变现</a:t>
                      </a:r>
                    </a:p>
                  </a:txBody>
                  <a:tcPr anchor="ctr">
                    <a:solidFill>
                      <a:srgbClr val="307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3070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玄幻/仙侠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激烈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最大品类，竞争激烈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都市逆袭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用户基础大，制作简单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科幻/赛博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新兴品类，潜力大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搞笑/日常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制作简单，适合新手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悬疑/推理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较低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粉丝粘性高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模块17 · 综合实战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剧本创作核心要点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使用DeepSeek分步创作：先大纲 → 再分集 → 再分镜脚本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爽点设计：打脸/逆袭/隐藏实力/升级/揭秘，每集至少1个大爽点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节奏模板：钩子(3s) → 铺垫(60s) → 小爽点(30s) → 升级(90s) → 大爽点(90s) → 钩子结尾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分镜脚本：每集15-20个镜头，含景别/画面描述/时长/镜头运动/配音/音效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质量检查：前3秒有钩子、每集有爽点、结尾有悬念、对白自然、逻辑通顺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模块17 · 综合实战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角色与场景资产建设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角色资产：每个角色15-20张参考图（全身/侧面/3/4角度/特写/表情变体/动作姿态）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角色设定表：姓名/性别/年龄/身份/性格/外貌/服装/代表色/口头禅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场景资产：每个场景3-5张母版图（全景/中景/特写，覆盖不同时间和光线）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工具：即梦AI生成参考图，可选LoRA训练增强一致性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资产检查：参考图数量充足、角度覆盖全面、风格统一、提示词模板完整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模块17 · 综合实战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视频生成工具分配策略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070FF"/>
                </a:solidFill>
                <a:latin typeface="Microsoft YaHei"/>
              </a:defRPr>
            </a:pPr>
            <a:r>
              <a:t>按镜头类型选择工具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37160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对话镜头（40%）→ Vidu Q3（音画同步）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动作镜头（30%）→ 可灵AI/海螺AI（物理仿真）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参考驱动（20%）→ Seedance 2.0（角色档案驱动）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环境镜头（10%）→ 任意工具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0F0"/>
                </a:solidFill>
                <a:latin typeface="Microsoft YaHei"/>
              </a:defRPr>
            </a:pPr>
            <a:r>
              <a:t>批量生产流程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13716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为每个镜头选择最优工具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Draft模式480P预览 → 确认后1080P渲染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检查质量，不满意则重新生成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统一命名：集数_镜头编号_类型_工具.mp4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模块17 · 综合实战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剪辑成片12步流程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导入所有素材（视频/配音/BGM/音效）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57984"/>
            <a:ext cx="45720" cy="50292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84832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8483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按分镜脚本在时间轴排列视频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62656"/>
            <a:ext cx="45720" cy="50292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89504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89504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粗剪：调整每个镜头入出点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767328"/>
            <a:ext cx="45720" cy="50292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94176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94176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精剪：微调衔接，添加转场效果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572000"/>
            <a:ext cx="45720" cy="50292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498848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49884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添加配音并调整音画同步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376672"/>
            <a:ext cx="45720" cy="50292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0352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303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添加BGM并调整音量（-12dB~-18dB）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模块17 · 综合实战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完播率&gt;30%、互动率&gt;5%、关注率&gt;2%为健康值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840480"/>
            <a:ext cx="210312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20624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每日检查播放量趋势，每周分析哪集表现最好/最差及原因，每月总结整体趋势并制定优化计划。完播率低优化前3秒，互动率低增加引导，关注率低优化结尾钩子。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模块17 · 综合实战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在3个平台调研热门题材，使用决策矩阵选定你的项目题材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3055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57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完成3-5集完整剧本（含分集大纲+分镜脚本）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0779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346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为主要角色建立完整资产（参考图15+张+提示词模板）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68503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118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完成所有镜头的关键帧图像和视频片段生成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46227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89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3891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完成完整音频制作（配音+BGM+音效）并剪辑成片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2395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1663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将成片发布到3个以上平台，监控7天数据并制定优化计划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模块17 · 综合实战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3070F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175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931920"/>
            <a:ext cx="210312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6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