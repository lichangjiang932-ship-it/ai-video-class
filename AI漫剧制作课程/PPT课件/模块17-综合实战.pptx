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8318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74470" y="173736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74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8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4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4700" y="1371600"/>
            <a:ext cx="25831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1970" y="1737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1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7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25831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9470" y="1737360"/>
            <a:ext cx="548640" cy="54864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94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3668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700" y="1371600"/>
            <a:ext cx="2583180" cy="45720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700" y="1371600"/>
            <a:ext cx="25831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46970" y="17373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6970" y="1737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2580" y="2560320"/>
            <a:ext cx="22174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数据驱动迭代优化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6B35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