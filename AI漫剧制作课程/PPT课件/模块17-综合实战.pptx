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91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B1B3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2E6E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6E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723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6E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6E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2080260" cy="1905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6E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700" y="1371600"/>
            <a:ext cx="52578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0" y="1371600"/>
            <a:ext cx="52578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6260" y="1371600"/>
            <a:ext cx="52578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92040" y="1371600"/>
            <a:ext cx="52578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7820" y="1371600"/>
            <a:ext cx="52578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6E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9020" y="2560320"/>
            <a:ext cx="2080260" cy="1905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6E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1371600"/>
            <a:ext cx="52578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97980" y="1371600"/>
            <a:ext cx="52578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371600"/>
            <a:ext cx="52578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49540" y="1371600"/>
            <a:ext cx="52578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371600"/>
            <a:ext cx="52578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6E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2560320"/>
            <a:ext cx="2080260" cy="1905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6E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29700" y="1371600"/>
            <a:ext cx="525781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1371600"/>
            <a:ext cx="525780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81260" y="1371600"/>
            <a:ext cx="525780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07040" y="1371600"/>
            <a:ext cx="525780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32820" y="1371600"/>
            <a:ext cx="525780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6E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04020" y="2560320"/>
            <a:ext cx="2080260" cy="1905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2E6E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6EFF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1B4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D2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275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204D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19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122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E6E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2E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