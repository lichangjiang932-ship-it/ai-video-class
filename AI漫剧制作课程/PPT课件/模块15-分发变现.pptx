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模块15：平台分发与商业变现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8课时 · 主流平台运营策略与多元化变现路径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抖音漫剧运营全攻略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红果短剧分账机制详解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快手漫剧分发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B站漫剧生态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火龙漫剧（腾讯）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AI漫剧出海变现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IP授权与衍生开发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实战——从制作到多平台分发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各平台核心指标对比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最佳题材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变现方式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抖音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流量最大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玄幻/都市/逆袭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流量分账+星图广告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用户粘性高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接地气/情感/家庭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流量分账+直播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B站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粉丝价值高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有深度/高品质/二次元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创作激励+充电+悬赏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红果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变现直接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付费短剧/爽剧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分账（S级3000-5000元/10万播放）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火龙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腾讯生态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全品类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流量分账+微信分发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抖音推荐算法核心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完播率（最重要）：前3秒决定生死，优化开头钩子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互动率：点赞、评论、分享，增加互动引导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关注率：看完后关注，优化结尾钩子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流量池递进：200→5000→10万→100万+播放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前3秒法则：第1秒视觉冲击 → 第2秒情绪建立 → 第3秒信息传达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封面设计四原则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高对比色彩：使用红/黄/蓝等醒目颜色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大字标题：6-10个字，清晰可读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角色突出：表情夸张，主体占画面60%+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冲突感：展示矛盾或悬念，系列风格统一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红果分账与评级体系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收益公式：有效播放量 × 单价 × 分成系数 × 评级系数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S级（完播率&gt;50%，互动率&gt;8%）：分成系数1.0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A级（完播率&gt;40%，互动率&gt;5%）：分成系数0.7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B级（完播率&gt;30%，互动率&gt;3%）：分成系数0.5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发布策略：首批发3-5集建立追剧习惯，之后日更/隔日更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国内平台 vs 出海平台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国内平台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抖音/快手/B站/红果/火龙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中文内容，本地用户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流量分账+广告+付费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竞争激烈，审核严格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出海平台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TikTok/YouTube/Instagram Reels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多语言本地化（AI翻译+AI配音+AI换口型）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东南亚推荐度最高，竞争低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欧美CPM更高但竞争激烈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五级变现体系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Level 1 平台分账：月入1-10万（起步期）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Level 2 付费解锁：月入5-30万（成长期）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Level 3 广告植入：月入10-50万（成熟期）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Level 4 IP授权：年入100万+（品牌期）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Level 5 品牌联名：年入500万+（头部期）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可灵AI快手流量扶持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使用可灵AI生成内容可获得快手额外流量推荐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快手对可灵AI生成的内容有流量倾斜和创作者激励。获取扶持的方法：1.使用可灵AI创作并直接发布到快手；2.添加"可灵AI创作"标签；3.保持内容质量达标和更新频率。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多平台分发实操流程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制作完成漫剧（至少5集，1080P，完成AIGC标识）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准备各平台素材（封面/标题/简介，注意尺寸差异）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注册各平台账号并提交备案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按平台要求调整格式（竖屏9:16 vs 横屏16:9）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选择最佳时间段发布，错开各平台时间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每日监控数据，每周分析核心指标并优化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为你的漫剧设计3款封面，撰写5个备选标题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在抖音/快手/B站各注册创作者账号并熟悉规则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将你的漫剧发布到至少3个平台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监控2周数据，分析完播率/互动率/关注率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根据数据差异制定针对性优化计划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研究红果平台S级作品的共同特点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模块15：分发变现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下一模块：合规规范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