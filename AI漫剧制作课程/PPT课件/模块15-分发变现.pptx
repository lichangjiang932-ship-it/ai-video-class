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📊 💰 变现阶梯与收入预期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8F0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1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B5CF6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1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80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1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07A35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6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6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5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66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0190" y="1828800"/>
            <a:ext cx="502920" cy="50292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0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4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F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77690" y="18288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7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7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B5CF6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35190" y="1828800"/>
            <a:ext cx="502920" cy="50292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51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388" y="34747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7A35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092690" y="1828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2690" y="1828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580" y="256032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可灵AI快手流量扶持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