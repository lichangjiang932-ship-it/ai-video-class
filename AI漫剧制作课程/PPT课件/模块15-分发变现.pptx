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EF444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F87171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FCA5A5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7C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CA5A5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FA9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F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F6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F4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F2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F05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4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CA5A5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模块15：平台分发与商业变现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主流平台运营策略与多元化变现路径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FCA5A5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抖音漫剧运营全攻略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红果短剧分账机制详解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快手漫剧分发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B站漫剧生态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火龙漫剧（腾讯）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AI漫剧出海变现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IP授权与衍生开发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实战——从制作到多平台分发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▤  ¥ 变现阶梯与收入预期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58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144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430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716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002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288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74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7250" y="914400"/>
            <a:ext cx="1828800" cy="1828800"/>
          </a:xfrm>
          <a:prstGeom prst="ellipse">
            <a:avLst/>
          </a:prstGeom>
          <a:solidFill>
            <a:srgbClr val="EF444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1371600"/>
            <a:ext cx="328613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5812" y="1371600"/>
            <a:ext cx="328612" cy="508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424" y="1371600"/>
            <a:ext cx="328612" cy="508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43036" y="1371600"/>
            <a:ext cx="328612" cy="508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71648" y="1371600"/>
            <a:ext cx="328612" cy="508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00260" y="1371600"/>
            <a:ext cx="328612" cy="508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28872" y="1371600"/>
            <a:ext cx="328612" cy="508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57484" y="1371600"/>
            <a:ext cx="328612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F4444"/>
                </a:solidFill>
                <a:latin typeface="Microsoft YaHei"/>
              </a:defRPr>
            </a:pPr>
            <a:r>
              <a:t>1-10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万/月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Level 1 平台分账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入门级，抖音/红果/B站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4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147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433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719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005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291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77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863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149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14750" y="914400"/>
            <a:ext cx="1828800" cy="1828800"/>
          </a:xfrm>
          <a:prstGeom prst="ellipse">
            <a:avLst/>
          </a:prstGeom>
          <a:solidFill>
            <a:srgbClr val="EF444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14700" y="1371600"/>
            <a:ext cx="328613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43312" y="1371600"/>
            <a:ext cx="328612" cy="508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71924" y="1371600"/>
            <a:ext cx="328612" cy="508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00536" y="1371600"/>
            <a:ext cx="328612" cy="508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29148" y="1371600"/>
            <a:ext cx="328612" cy="508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7760" y="1371600"/>
            <a:ext cx="328612" cy="508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86372" y="1371600"/>
            <a:ext cx="328612" cy="508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14984" y="1371600"/>
            <a:ext cx="328612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06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F4444"/>
                </a:solidFill>
                <a:latin typeface="Microsoft YaHei"/>
              </a:defRPr>
            </a:pPr>
            <a:r>
              <a:t>5-30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06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万/月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89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6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Level 2 付费解锁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518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进阶级，付费卡点设计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72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22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008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294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580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866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8152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438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724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72250" y="914400"/>
            <a:ext cx="1828800" cy="1828800"/>
          </a:xfrm>
          <a:prstGeom prst="ellipse">
            <a:avLst/>
          </a:prstGeom>
          <a:solidFill>
            <a:srgbClr val="EF444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2200" y="1371600"/>
            <a:ext cx="328613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00812" y="1371600"/>
            <a:ext cx="328612" cy="508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29424" y="1371600"/>
            <a:ext cx="328612" cy="508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158036" y="1371600"/>
            <a:ext cx="328612" cy="508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86648" y="1371600"/>
            <a:ext cx="328612" cy="508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815260" y="1371600"/>
            <a:ext cx="328612" cy="508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43872" y="1371600"/>
            <a:ext cx="328612" cy="508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72484" y="1371600"/>
            <a:ext cx="328612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F4444"/>
                </a:solidFill>
                <a:latin typeface="Microsoft YaHei"/>
              </a:defRPr>
            </a:pPr>
            <a:r>
              <a:t>10-50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万/月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46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63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Level 3 广告植入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93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品牌合作，剧情软植入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029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0297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583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6869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155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3441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727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0013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3299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429750" y="914400"/>
            <a:ext cx="1828800" cy="1828800"/>
          </a:xfrm>
          <a:prstGeom prst="ellipse">
            <a:avLst/>
          </a:prstGeom>
          <a:solidFill>
            <a:srgbClr val="EF444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029700" y="1371600"/>
            <a:ext cx="328613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358312" y="1371600"/>
            <a:ext cx="328612" cy="508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686924" y="1371600"/>
            <a:ext cx="328612" cy="508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015536" y="1371600"/>
            <a:ext cx="328612" cy="508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344148" y="1371600"/>
            <a:ext cx="328612" cy="508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672760" y="1371600"/>
            <a:ext cx="328612" cy="508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001372" y="1371600"/>
            <a:ext cx="328612" cy="508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329984" y="1371600"/>
            <a:ext cx="328612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21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F4444"/>
                </a:solidFill>
                <a:latin typeface="Microsoft YaHei"/>
              </a:defRPr>
            </a:pPr>
            <a:r>
              <a:t>500+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21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万/年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04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21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Level 5 品牌联名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668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跨界合作，联名产品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各平台核心指标对比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核心优势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最佳题材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变现方式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抖音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流量最大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玄幻/都市/逆袭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流量分账+星图广告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快手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用户粘性高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接地气/情感/家庭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流量分账+直播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B站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粉丝价值高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有深度/高品质/二次元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创作激励+充电+悬赏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红果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变现直接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付费短剧/爽剧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分账（S级3000-5000元/10万播放）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火龙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腾讯生态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全品类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流量分账+微信分发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抖音推荐算法核心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完播率（最重要）：前3秒决定生死，优化开头钩子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互动率：点赞、评论、分享，增加互动引导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关注率：看完后关注，优化结尾钩子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流量池递进：200→5000→10万→100万+播放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前3秒法则：第1秒视觉冲击 → 第2秒情绪建立 → 第3秒信息传达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封面设计四原则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58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44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430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716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002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288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574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560320"/>
            <a:ext cx="260033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1552" y="2560320"/>
            <a:ext cx="260032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51584" y="2560320"/>
            <a:ext cx="260032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511616" y="2560320"/>
            <a:ext cx="260032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71648" y="2560320"/>
            <a:ext cx="260032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031680" y="2560320"/>
            <a:ext cx="260032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91712" y="2560320"/>
            <a:ext cx="260032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51744" y="2560320"/>
            <a:ext cx="260032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高对比色彩：使用红/黄/蓝等醒目颜色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52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147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147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433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9719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005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291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9577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2863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149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975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89020" y="2560320"/>
            <a:ext cx="260033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849052" y="2560320"/>
            <a:ext cx="260032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09084" y="2560320"/>
            <a:ext cx="260032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69116" y="2560320"/>
            <a:ext cx="260032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629148" y="2560320"/>
            <a:ext cx="260032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889180" y="2560320"/>
            <a:ext cx="260032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149212" y="2560320"/>
            <a:ext cx="260032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409244" y="2560320"/>
            <a:ext cx="260032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975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大字标题：6-10个字，清晰可读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527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722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722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5008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294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1580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866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152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1438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724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550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46520" y="2560320"/>
            <a:ext cx="260033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706552" y="2560320"/>
            <a:ext cx="260032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966584" y="2560320"/>
            <a:ext cx="260032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226616" y="2560320"/>
            <a:ext cx="260032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486648" y="2560320"/>
            <a:ext cx="260032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746680" y="2560320"/>
            <a:ext cx="260032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006712" y="2560320"/>
            <a:ext cx="260032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66744" y="2560320"/>
            <a:ext cx="260032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550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角色突出：表情夸张，主体占画面60%+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102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0297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297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3583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6869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0155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3441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727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0013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3299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2125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304020" y="2560320"/>
            <a:ext cx="260033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564052" y="2560320"/>
            <a:ext cx="260032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4084" y="2560320"/>
            <a:ext cx="260032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084116" y="2560320"/>
            <a:ext cx="260032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344148" y="2560320"/>
            <a:ext cx="260032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604180" y="2560320"/>
            <a:ext cx="260032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864212" y="2560320"/>
            <a:ext cx="260032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124244" y="2560320"/>
            <a:ext cx="260032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125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冲突感：展示矛盾或悬念，系列风格统一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红果分账与评级体系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收益公式：有效播放量 × 单价 × 分成系数 × 评级系数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S级（完播率&gt;50%，互动率&gt;8%）：分成系数1.0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A级（完播率&gt;40%，互动率&gt;5%）：分成系数0.7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B级（完播率&gt;30%，互动率&gt;3%）：分成系数0.5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发布策略：首批发3-5集建立追剧习惯，之后日更/隔日更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国内平台 vs 出海平台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国内平台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抖音/快手/B站/红果/火龙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中文内容，本地用户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流量分账+广告+付费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竞争激烈，审核严格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F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F9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F9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FA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FA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FB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Microsoft YaHei"/>
              </a:defRPr>
            </a:pPr>
            <a:r>
              <a:t>出海平台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F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F9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F9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FA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FA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FB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TikTok/YouTube/Instagram Reels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多语言本地化（AI翻译+AI配音+AI换口型）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东南亚推荐度最高，竞争低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欧美CPM更高但竞争激烈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五级变现体系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Level 1 平台分账：月入1-10万（起步期）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Level 2 付费解锁：月入5-30万（成长期）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Level 3 广告植入：月入10-50万（成熟期）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Level 4 IP授权：年入100万+（品牌期）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Level 5 品牌联名：年入500万+（头部期）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EF444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F87171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使用可灵AI生成内容可获得快手额外流量推荐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快手对可灵AI生成的内容有流量倾斜和创作者激励。获取扶持的方法：1.使用可灵AI创作并直接发布到快手；2.添加"可灵AI创作"标签；3.保持内容质量达标和更新频率。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多平台分发实操流程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制作完成漫剧（至少5集，1080P，完成AIGC标识）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准备各平台素材（封面/标题/简介，注意尺寸差异）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注册各平台账号并提交备案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按平台要求调整格式（竖屏9:16 vs 横屏16:9）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选择最佳时间段发布，错开各平台时间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每日监控数据，每周分析核心指标并优化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为你的漫剧设计3款封面，撰写5个备选标题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在抖音/快手/B站各注册创作者账号并熟悉规则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将你的漫剧发布到至少3个平台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监控2周数据，分析完播率/互动率/关注率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根据数据差异制定针对性优化计划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研究红果平台S级作品的共同特点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EF4444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下一模块：合规规范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