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模块14：工业化生产流程与团队协作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6课时 · 从个人创作到团队协作，建立可持续的规模化生产能力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五步流水线详解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"极速流"工作流——1小时产出一集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"精品IP流"工作流——15-30天打造精品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团队架构设计——"1+4+2"模式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抽卡策略与成本控制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⏱️ AI漫剧工业化流水线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10698480" cy="381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3063240"/>
            <a:ext cx="274320" cy="27432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FF"/>
                </a:solidFill>
                <a:latin typeface="Microsoft YaHei"/>
              </a:defRPr>
            </a:pPr>
            <a:r>
              <a:t>创意输入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1737360" cy="10972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8"/>
                </a:solidFill>
                <a:latin typeface="Microsoft YaHei"/>
              </a:defRPr>
            </a:pPr>
            <a:r>
              <a:t>剧本/选题/IP构思</a:t>
            </a:r>
            <a:br/>
            <a:r>
              <a:t>占比10%</a:t>
            </a:r>
          </a:p>
        </p:txBody>
      </p:sp>
      <p:sp>
        <p:nvSpPr>
          <p:cNvPr id="11" name="Oval 10"/>
          <p:cNvSpPr/>
          <p:nvPr/>
        </p:nvSpPr>
        <p:spPr>
          <a:xfrm>
            <a:off x="3145536" y="3063240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6" y="24688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C3AED"/>
                </a:solidFill>
                <a:latin typeface="Microsoft YaHei"/>
              </a:defRPr>
            </a:pPr>
            <a:r>
              <a:t>AI生成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88336" y="3657600"/>
            <a:ext cx="1737360" cy="10972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9776" y="3749039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8"/>
                </a:solidFill>
                <a:latin typeface="Microsoft YaHei"/>
              </a:defRPr>
            </a:pPr>
            <a:r>
              <a:t>分镜/图像/视频/音频</a:t>
            </a:r>
            <a:br/>
            <a:r>
              <a:t>占比50%</a:t>
            </a:r>
          </a:p>
        </p:txBody>
      </p:sp>
      <p:sp>
        <p:nvSpPr>
          <p:cNvPr id="15" name="Oval 14"/>
          <p:cNvSpPr/>
          <p:nvPr/>
        </p:nvSpPr>
        <p:spPr>
          <a:xfrm>
            <a:off x="5285232" y="3063240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24688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  <a:latin typeface="Microsoft YaHei"/>
              </a:defRPr>
            </a:pPr>
            <a:r>
              <a:t>人工优化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28032" y="1463040"/>
            <a:ext cx="1737360" cy="10972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2" y="155448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8"/>
                </a:solidFill>
                <a:latin typeface="Microsoft YaHei"/>
              </a:defRPr>
            </a:pPr>
            <a:r>
              <a:t>画面精修/视频修复</a:t>
            </a:r>
            <a:br/>
            <a:r>
              <a:t>占比25%</a:t>
            </a:r>
          </a:p>
        </p:txBody>
      </p:sp>
      <p:sp>
        <p:nvSpPr>
          <p:cNvPr id="19" name="Oval 18"/>
          <p:cNvSpPr/>
          <p:nvPr/>
        </p:nvSpPr>
        <p:spPr>
          <a:xfrm>
            <a:off x="7424928" y="306324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24688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质量审核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67728" y="3657600"/>
            <a:ext cx="1737360" cy="10972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168" y="3749039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8"/>
                </a:solidFill>
                <a:latin typeface="Microsoft YaHei"/>
              </a:defRPr>
            </a:pPr>
            <a:r>
              <a:t>一致性/节奏/同步</a:t>
            </a:r>
            <a:br/>
            <a:r>
              <a:t>占比10%</a:t>
            </a:r>
          </a:p>
        </p:txBody>
      </p:sp>
      <p:sp>
        <p:nvSpPr>
          <p:cNvPr id="23" name="Oval 22"/>
          <p:cNvSpPr/>
          <p:nvPr/>
        </p:nvSpPr>
        <p:spPr>
          <a:xfrm>
            <a:off x="9564624" y="306324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4" y="24688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成片输出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1463040"/>
            <a:ext cx="1737360" cy="10972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8864" y="155448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8"/>
                </a:solidFill>
                <a:latin typeface="Microsoft YaHei"/>
              </a:defRPr>
            </a:pPr>
            <a:r>
              <a:t>剪辑/配音/分发</a:t>
            </a:r>
            <a:br/>
            <a:r>
              <a:t>占比5%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AI漫剧工业化五步流水线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创意输入（10%）→ 剧本、选题、IP构思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AI生成（50%）→ 分镜、图像、视频、音频生成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人工优化（25%）→ 画面精修、视频修复、音频调整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质量审核（10%）→ 一致性、节奏、音画同步检查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成片输出（5%）→ 剪辑、配音、分发发布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极速流 vs 精品IP流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Microsoft YaHei"/>
              </a:defRPr>
            </a:pPr>
            <a:r>
              <a:t>极速流（1小时/集）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适用：热点追踪、日更、测试市场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模板化分镜（8镜头固定模板）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批量生成+快速筛选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单人作战，成本低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919472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品质中等，竞争激烈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精品IP流（15-30天/集）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适用：IP连载、品质优先、商业项目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LoRA训练+场景资产深度制作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角色一致性 &gt;95%，画面质量 &gt;8/10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团队协作，成本高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品质高，差异化竞争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团队架构——"1+4+2"模式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核心职责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编剧/导演（核心）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选题、剧本、分镜、质量把控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抽卡师A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图像生成（即梦AI/ComfyUI）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抽卡师B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视频生成（可灵/Seedance）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后期师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剪辑配音（剪映）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运营师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平台运营、数据分析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美术指导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角色设定、风格把控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技术支持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工具优化、工作流维护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资产库结构：角色资产 / 场景资产 / 道具资产 / 模板资产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资产复用价值：节省50%+时间，保持一致性，降低成本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剧情体系：角色档案 + 世界观设定 + 剧情大纲 + 爽点节奏模板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双轮协同：资产支撑剧情 → 剧情驱动资产 → 形成正向循环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剧情数据库：每集记录关键剧情点、角色变化、伏笔设置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成本优化策略速查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节省比例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Draft模式先预览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先480P预览，确认后渲染1080P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模板化流程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40%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使用模板减少试错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资产复用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复用已有资产减少重复生成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精准提示词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减少重复生成次数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批量折扣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利用平台批量折扣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非高峰时段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平台低峰时段生成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成本参考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59E0B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极速流约275-660元/集，精品流约760-2720元/集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成本主要集中在视频生成环节（占比60-70%），通过Draft模式、资产复用、精准提示词等策略可有效降低单集成本。多工具交叉验证（即梦+通义万相、可灵+Seedance）可提高抽卡成功率。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极速流1小时制作流程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00:00-00:05 选题：查看热搜，确定题材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00:05-00:15 剧本：AI生成+人工微调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00:15-00:20 分镜：使用固定分镜模板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00:20-00:35 图像：即梦AI批量生成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00:35-00:50 视频：可灵/Seedance生成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00:50-00:55 配音：剪映AI配音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搭建你自己的五步流水线，测试各环节时间消耗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建立极速流模板体系（分镜模板+角色模板+剪辑模板）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为你的项目制定30天精品流制作计划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设计团队配置方案和协作流程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建立资产库目录结构，整理角色/场景/道具资产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制作成本记录表，统计并分析你的制作成本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模块14：工业化生产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下一模块：分发变现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