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2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2800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A000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⏱️  ⏱️ AI漫剧工业化流水线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10332720" cy="254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463040"/>
            <a:ext cx="1371600" cy="10972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146304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89AA8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15" name="Oval 14"/>
          <p:cNvSpPr/>
          <p:nvPr/>
        </p:nvSpPr>
        <p:spPr>
          <a:xfrm>
            <a:off x="3300984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657600"/>
            <a:ext cx="1371600" cy="10972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35224" y="365760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379476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89AA8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20" name="Oval 19"/>
          <p:cNvSpPr/>
          <p:nvPr/>
        </p:nvSpPr>
        <p:spPr>
          <a:xfrm>
            <a:off x="5367528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8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01768" y="1463040"/>
            <a:ext cx="1371600" cy="10972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01768" y="146304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3208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89AA8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25" name="Oval 24"/>
          <p:cNvSpPr/>
          <p:nvPr/>
        </p:nvSpPr>
        <p:spPr>
          <a:xfrm>
            <a:off x="7434072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2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68312" y="3657600"/>
            <a:ext cx="1371600" cy="10972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68312" y="365760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9752" y="379476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89AA8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30" name="Oval 29"/>
          <p:cNvSpPr/>
          <p:nvPr/>
        </p:nvSpPr>
        <p:spPr>
          <a:xfrm>
            <a:off x="9500616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6" y="1463040"/>
            <a:ext cx="1371600" cy="10972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34856" y="146304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26296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89AA8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000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适用：热点追踪、日更、测试市场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模板化分镜（8镜头固定模板）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批量生成+快速筛选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单人作战，成本低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品质中等，竞争激烈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适用：IP连载、品质优先、商业项目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LoRA训练+场景资产深度制作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角色一致性 &gt;95%，画面质量 &gt;8/10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团队协作，成本高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品质高，差异化竞争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A00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