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⏱️ ⏱️ AI漫剧工业化流水线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10332720" cy="254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4440" y="3090672"/>
            <a:ext cx="228600" cy="2286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F0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371600"/>
            <a:ext cx="1463040" cy="11887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4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12" name="Oval 11"/>
          <p:cNvSpPr/>
          <p:nvPr/>
        </p:nvSpPr>
        <p:spPr>
          <a:xfrm>
            <a:off x="3300984" y="309067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9504" y="3657600"/>
            <a:ext cx="1463040" cy="11887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3749039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4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16" name="Oval 15"/>
          <p:cNvSpPr/>
          <p:nvPr/>
        </p:nvSpPr>
        <p:spPr>
          <a:xfrm>
            <a:off x="5367528" y="3090672"/>
            <a:ext cx="228600" cy="22860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7A35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1371600"/>
            <a:ext cx="1463040" cy="11887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7488" y="14630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4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20" name="Oval 19"/>
          <p:cNvSpPr/>
          <p:nvPr/>
        </p:nvSpPr>
        <p:spPr>
          <a:xfrm>
            <a:off x="7434072" y="3090672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4032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22592" y="3657600"/>
            <a:ext cx="1463040" cy="11887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3749039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4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24" name="Oval 23"/>
          <p:cNvSpPr/>
          <p:nvPr/>
        </p:nvSpPr>
        <p:spPr>
          <a:xfrm>
            <a:off x="9500616" y="3090672"/>
            <a:ext cx="228600" cy="22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89136" y="1371600"/>
            <a:ext cx="1463040" cy="11887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576" y="14630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4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成本参考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