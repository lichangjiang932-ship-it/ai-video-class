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B800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D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⏱️ ⏱️ AI漫剧工业化流水线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200400"/>
            <a:ext cx="10332720" cy="254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34440" y="3090672"/>
            <a:ext cx="256032" cy="25603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5FF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371600"/>
            <a:ext cx="1463040" cy="118872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371600"/>
            <a:ext cx="146304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50876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B8D0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14" name="Oval 13"/>
          <p:cNvSpPr/>
          <p:nvPr/>
        </p:nvSpPr>
        <p:spPr>
          <a:xfrm>
            <a:off x="3300984" y="3090672"/>
            <a:ext cx="256032" cy="25603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9504" y="3657600"/>
            <a:ext cx="1463040" cy="118872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9504" y="3657600"/>
            <a:ext cx="146304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80944" y="379476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B8D0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19" name="Oval 18"/>
          <p:cNvSpPr/>
          <p:nvPr/>
        </p:nvSpPr>
        <p:spPr>
          <a:xfrm>
            <a:off x="5367528" y="3090672"/>
            <a:ext cx="256032" cy="25603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D2E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6048" y="1371600"/>
            <a:ext cx="1463040" cy="118872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6048" y="1371600"/>
            <a:ext cx="146304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150876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B8D0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24" name="Oval 23"/>
          <p:cNvSpPr/>
          <p:nvPr/>
        </p:nvSpPr>
        <p:spPr>
          <a:xfrm>
            <a:off x="7434072" y="3090672"/>
            <a:ext cx="256032" cy="25603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96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22592" y="3657600"/>
            <a:ext cx="1463040" cy="118872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22592" y="3657600"/>
            <a:ext cx="146304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79476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B8D0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29" name="Oval 28"/>
          <p:cNvSpPr/>
          <p:nvPr/>
        </p:nvSpPr>
        <p:spPr>
          <a:xfrm>
            <a:off x="9500616" y="3090672"/>
            <a:ext cx="256032" cy="25603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0576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B800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9136" y="1371600"/>
            <a:ext cx="1463040" cy="118872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9136" y="1371600"/>
            <a:ext cx="146304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576" y="150876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B8D0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800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成本参考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D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