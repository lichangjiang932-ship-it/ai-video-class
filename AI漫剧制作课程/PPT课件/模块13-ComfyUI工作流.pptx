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A855F7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C08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DDD6FE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6042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D6FE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DDD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D5C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CDB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C69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BE8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B7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AF6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2A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DD6F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DDD6FE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A855F7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C08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A855F7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