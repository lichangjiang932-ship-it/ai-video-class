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A855F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C08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DDD6FE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604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6FE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D5C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CDB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C69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BE8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B7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AF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6FE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模块13：ComfyUI工作流——专业创作者进阶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掌握ComfyUI环境搭建、核心插件与角色一致性工作流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DDD6F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ComfyUI环境搭建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核心插件安装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文生图工作流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图生图工作流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ControlNet深度应用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角色一致性工作流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Z-Comics漫画工作流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实战项目——搭建完整工作流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ComfyUI——节点式工作流引擎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基于节点的Stable Diffusion图形界面，完全可定制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核心优势：可视化节点连接、工作流可复用、插件生态丰富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vs 传统WebUI：ComfyUI更灵活更强大，适合复杂任务和批量生产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支持工作流保存/加载/分享，实现生产级自动化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入门门槛较高，但上限远超传统界面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专业创作者的首选工具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ComfyUI硬件配置要求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配置项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推荐配置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显卡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NVIDIA 8GB VRAM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NVIDIA 12GB+ VRAM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内存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16GB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32GB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硬盘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50GB可用空间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100GB+ SSD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3.10+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3.10.x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操作系统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Windows 10 / Linux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Windows 11 / Ubuntu 22.04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必装核心插件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ComfyUI Manager：插件管理器，一键安装/更新/卸载插件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IP-Adapter Plus：图像特征注入，实现角色一致性（核心！）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ControlNet：骨骼/边缘/深度精准控制，OpenPose/Canny/Depth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ADetailer：面部检测和自动修复，阈值0.3，重渲染0.4-0.6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FaceRestore：面部重建修复，使用GFPGAN/CodeFormer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Inspire Pack：工具集，提示词调度、批处理、区域条件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文生图工作流搭建步骤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Load Checkpoint → 加载SDXL基础模型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CLIP Text Encode → 编写正向/负向提示词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Empty Latent Image → 设置输出尺寸（1024×1024）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KSampler → 设置Steps:30, CFG:7, Sampler:euler_a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VAE Decode → 解码潜空间为图像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Save Image → 保存输出结果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文生图核心参数调优指南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推荐值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效果说明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Steps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25-30（日常）/ 35-40（精品）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采样步数，越多越精细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CFG Scale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7-9（推荐）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提示词遵循度，过高过饱和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Sampler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euler_a / dpmpp_2m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采样器类型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-1（随机）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随机种子，-1为随机生成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尺寸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1024×1024（SDXL）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输出图像尺寸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ControlNet精准控制类型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OpenPose：骨骼姿态控制，精准控制人物动作和姿势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Canny：边缘线条控制，适合建筑、物体轮廓控制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Depth：深度图控制，管理空间关系和前后景层次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Scribble：手绘线稿控制，从草图生成精细画面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多ControlNet叠加：OpenPose+Canny（姿态+轮廓）推荐度最高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强度建议：0.5-0.7，过高会锁死细节缺乏创意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A855F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C08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IP-Adapter FaceID + LoRA + ADetailer = 角色一致性三件套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IP-Adapter FaceID注入面部特征（权重0.7-0.85）；LoRA角色专属模型锁定角色特征（权重0.6-0.8）；ADetailer面部检测修复确保面部质量（阈值0.3，重渲染0.5）。三者配合实现跨场景、跨镜头的角色高度一致。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ComfyUI核心工作流速查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文生图：Checkpoint + CLIP + KSampler → 通用图像生成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图生图：Load Image + VAE Encode + KSampler → 基于参考图生成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角色一致性：IP-Adapter + LoRA + ADetailer → 角色一致图片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姿态控制：OpenPose + ControlNet → 人物动作精准控制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局部重绘：Inpaint + Mask + KSampler → 局部修改/修复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漫画生成：Z-Comics + 批量节点 → 多格漫画批量生成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完成ComfyUI环境搭建，安装ComfyUI Manager和3个核心插件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搭建文生图工作流，使用不同提示词和参数生成10张图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使用OpenPose ControlNet控制人物姿态，生成5张动作图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搭建完整角色一致性工作流，生成同一角色在5个不同场景的图片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从零搭建包含IP-Adapter+LoRA+ControlNet+ADetailer的完整工作流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A855F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下一模块：工业化生产与团队协作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