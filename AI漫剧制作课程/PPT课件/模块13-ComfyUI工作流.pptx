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角色一致性——黄金组合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模块13：ComfyUI工作流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